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321" r:id="rId5"/>
    <p:sldId id="265" r:id="rId6"/>
    <p:sldId id="340" r:id="rId7"/>
    <p:sldId id="323" r:id="rId8"/>
    <p:sldId id="341" r:id="rId9"/>
    <p:sldId id="342" r:id="rId10"/>
    <p:sldId id="343" r:id="rId11"/>
    <p:sldId id="344" r:id="rId12"/>
    <p:sldId id="347" r:id="rId13"/>
    <p:sldId id="348" r:id="rId14"/>
    <p:sldId id="349" r:id="rId15"/>
    <p:sldId id="331" r:id="rId16"/>
    <p:sldId id="332" r:id="rId17"/>
    <p:sldId id="333" r:id="rId18"/>
    <p:sldId id="334" r:id="rId19"/>
    <p:sldId id="335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30726-BBE2-456B-86C7-75FBE5BEB0DC}" v="34" dt="2026-07-02T10:50:08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39" autoAdjust="0"/>
    <p:restoredTop sz="94647"/>
  </p:normalViewPr>
  <p:slideViewPr>
    <p:cSldViewPr snapToGrid="0" snapToObjects="1">
      <p:cViewPr varScale="1">
        <p:scale>
          <a:sx n="86" d="100"/>
          <a:sy n="86" d="100"/>
        </p:scale>
        <p:origin x="8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gdan Đukić" userId="bcc66d97-5aa8-4e45-b6c4-9eed004170c6" providerId="ADAL" clId="{56CE0CBD-4C25-4617-81FC-D9922B91516F}"/>
    <pc:docChg chg="undo custSel addSld delSld modSld sldOrd addMainMaster delMainMaster">
      <pc:chgData name="Bogdan Đukić" userId="bcc66d97-5aa8-4e45-b6c4-9eed004170c6" providerId="ADAL" clId="{56CE0CBD-4C25-4617-81FC-D9922B91516F}" dt="2026-07-02T21:20:13.342" v="1084"/>
      <pc:docMkLst>
        <pc:docMk/>
      </pc:docMkLst>
      <pc:sldChg chg="del">
        <pc:chgData name="Bogdan Đukić" userId="bcc66d97-5aa8-4e45-b6c4-9eed004170c6" providerId="ADAL" clId="{56CE0CBD-4C25-4617-81FC-D9922B91516F}" dt="2026-07-01T22:44:05.504" v="1"/>
        <pc:sldMkLst>
          <pc:docMk/>
          <pc:sldMk cId="2450249651" sldId="262"/>
        </pc:sldMkLst>
      </pc:sldChg>
      <pc:sldChg chg="addSp delSp modSp mod modClrScheme chgLayout">
        <pc:chgData name="Bogdan Đukić" userId="bcc66d97-5aa8-4e45-b6c4-9eed004170c6" providerId="ADAL" clId="{56CE0CBD-4C25-4617-81FC-D9922B91516F}" dt="2026-07-02T11:00:52.454" v="1071" actId="113"/>
        <pc:sldMkLst>
          <pc:docMk/>
          <pc:sldMk cId="3977992508" sldId="265"/>
        </pc:sldMkLst>
        <pc:spChg chg="mod ord">
          <ac:chgData name="Bogdan Đukić" userId="bcc66d97-5aa8-4e45-b6c4-9eed004170c6" providerId="ADAL" clId="{56CE0CBD-4C25-4617-81FC-D9922B91516F}" dt="2026-07-02T10:43:50.162" v="895" actId="255"/>
          <ac:spMkLst>
            <pc:docMk/>
            <pc:sldMk cId="3977992508" sldId="265"/>
            <ac:spMk id="2" creationId="{D08CD8DB-A599-A3AE-D588-5599CEEFBF88}"/>
          </ac:spMkLst>
        </pc:spChg>
        <pc:spChg chg="add del mod ord">
          <ac:chgData name="Bogdan Đukić" userId="bcc66d97-5aa8-4e45-b6c4-9eed004170c6" providerId="ADAL" clId="{56CE0CBD-4C25-4617-81FC-D9922B91516F}" dt="2026-07-01T22:53:10.039" v="69"/>
          <ac:spMkLst>
            <pc:docMk/>
            <pc:sldMk cId="3977992508" sldId="265"/>
            <ac:spMk id="3" creationId="{4FF2087A-F45B-2B2C-DB41-C73B69A6AFB5}"/>
          </ac:spMkLst>
        </pc:spChg>
        <pc:spChg chg="mod ord">
          <ac:chgData name="Bogdan Đukić" userId="bcc66d97-5aa8-4e45-b6c4-9eed004170c6" providerId="ADAL" clId="{56CE0CBD-4C25-4617-81FC-D9922B91516F}" dt="2026-07-02T11:00:52.454" v="1071" actId="113"/>
          <ac:spMkLst>
            <pc:docMk/>
            <pc:sldMk cId="3977992508" sldId="265"/>
            <ac:spMk id="4" creationId="{66DDF7D3-588E-CEF2-E96F-5649E33C5544}"/>
          </ac:spMkLst>
        </pc:spChg>
        <pc:spChg chg="mod">
          <ac:chgData name="Bogdan Đukić" userId="bcc66d97-5aa8-4e45-b6c4-9eed004170c6" providerId="ADAL" clId="{56CE0CBD-4C25-4617-81FC-D9922B91516F}" dt="2026-07-01T23:07:42.513" v="243" actId="20577"/>
          <ac:spMkLst>
            <pc:docMk/>
            <pc:sldMk cId="3977992508" sldId="265"/>
            <ac:spMk id="6" creationId="{C82AB9B4-5348-4993-B7A8-BB4EF10A86D3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39.217" v="28"/>
        <pc:sldMkLst>
          <pc:docMk/>
          <pc:sldMk cId="835299216" sldId="268"/>
        </pc:sldMkLst>
        <pc:spChg chg="mod ord">
          <ac:chgData name="Bogdan Đukić" userId="bcc66d97-5aa8-4e45-b6c4-9eed004170c6" providerId="ADAL" clId="{56CE0CBD-4C25-4617-81FC-D9922B91516F}" dt="2026-07-01T22:44:05.600" v="3"/>
          <ac:spMkLst>
            <pc:docMk/>
            <pc:sldMk cId="835299216" sldId="268"/>
            <ac:spMk id="2" creationId="{6062660A-7DB6-0654-FD87-7A5980B305E1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3.316" v="30"/>
        <pc:sldMkLst>
          <pc:docMk/>
          <pc:sldMk cId="2749093242" sldId="270"/>
        </pc:sldMkLst>
        <pc:spChg chg="mod ord">
          <ac:chgData name="Bogdan Đukić" userId="bcc66d97-5aa8-4e45-b6c4-9eed004170c6" providerId="ADAL" clId="{56CE0CBD-4C25-4617-81FC-D9922B91516F}" dt="2026-07-01T22:44:05.600" v="4"/>
          <ac:spMkLst>
            <pc:docMk/>
            <pc:sldMk cId="2749093242" sldId="270"/>
            <ac:spMk id="2" creationId="{79D38501-A523-BE43-8706-2FB87A120182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6.336" v="32"/>
        <pc:sldMkLst>
          <pc:docMk/>
          <pc:sldMk cId="963649102" sldId="273"/>
        </pc:sldMkLst>
        <pc:spChg chg="mod ord">
          <ac:chgData name="Bogdan Đukić" userId="bcc66d97-5aa8-4e45-b6c4-9eed004170c6" providerId="ADAL" clId="{56CE0CBD-4C25-4617-81FC-D9922B91516F}" dt="2026-07-01T22:44:05.600" v="5"/>
          <ac:spMkLst>
            <pc:docMk/>
            <pc:sldMk cId="963649102" sldId="273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48.781" v="34"/>
        <pc:sldMkLst>
          <pc:docMk/>
          <pc:sldMk cId="25597392" sldId="275"/>
        </pc:sldMkLst>
        <pc:spChg chg="mod ord">
          <ac:chgData name="Bogdan Đukić" userId="bcc66d97-5aa8-4e45-b6c4-9eed004170c6" providerId="ADAL" clId="{56CE0CBD-4C25-4617-81FC-D9922B91516F}" dt="2026-07-01T22:44:05.600" v="6"/>
          <ac:spMkLst>
            <pc:docMk/>
            <pc:sldMk cId="25597392" sldId="275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51.481" v="36"/>
        <pc:sldMkLst>
          <pc:docMk/>
          <pc:sldMk cId="2091989664" sldId="277"/>
        </pc:sldMkLst>
        <pc:spChg chg="mod ord">
          <ac:chgData name="Bogdan Đukić" userId="bcc66d97-5aa8-4e45-b6c4-9eed004170c6" providerId="ADAL" clId="{56CE0CBD-4C25-4617-81FC-D9922B91516F}" dt="2026-07-01T22:44:05.616" v="7"/>
          <ac:spMkLst>
            <pc:docMk/>
            <pc:sldMk cId="2091989664" sldId="277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6:54.117" v="38"/>
        <pc:sldMkLst>
          <pc:docMk/>
          <pc:sldMk cId="2809796457" sldId="279"/>
        </pc:sldMkLst>
        <pc:spChg chg="mod ord">
          <ac:chgData name="Bogdan Đukić" userId="bcc66d97-5aa8-4e45-b6c4-9eed004170c6" providerId="ADAL" clId="{56CE0CBD-4C25-4617-81FC-D9922B91516F}" dt="2026-07-01T22:44:05.618" v="8"/>
          <ac:spMkLst>
            <pc:docMk/>
            <pc:sldMk cId="2809796457" sldId="279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2.628" v="40"/>
        <pc:sldMkLst>
          <pc:docMk/>
          <pc:sldMk cId="1604923550" sldId="284"/>
        </pc:sldMkLst>
        <pc:spChg chg="mod ord">
          <ac:chgData name="Bogdan Đukić" userId="bcc66d97-5aa8-4e45-b6c4-9eed004170c6" providerId="ADAL" clId="{56CE0CBD-4C25-4617-81FC-D9922B91516F}" dt="2026-07-01T22:44:05.618" v="9"/>
          <ac:spMkLst>
            <pc:docMk/>
            <pc:sldMk cId="1604923550" sldId="284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2.055" v="46"/>
        <pc:sldMkLst>
          <pc:docMk/>
          <pc:sldMk cId="529069584" sldId="290"/>
        </pc:sldMkLst>
        <pc:spChg chg="mod ord">
          <ac:chgData name="Bogdan Đukić" userId="bcc66d97-5aa8-4e45-b6c4-9eed004170c6" providerId="ADAL" clId="{56CE0CBD-4C25-4617-81FC-D9922B91516F}" dt="2026-07-01T22:44:05.618" v="12"/>
          <ac:spMkLst>
            <pc:docMk/>
            <pc:sldMk cId="529069584" sldId="290"/>
            <ac:spMk id="2" creationId="{4A47603D-BFD3-E24D-71EA-C8414081A9EE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7.527" v="50"/>
        <pc:sldMkLst>
          <pc:docMk/>
          <pc:sldMk cId="2788523986" sldId="298"/>
        </pc:sldMkLst>
        <pc:spChg chg="mod ord">
          <ac:chgData name="Bogdan Đukić" userId="bcc66d97-5aa8-4e45-b6c4-9eed004170c6" providerId="ADAL" clId="{56CE0CBD-4C25-4617-81FC-D9922B91516F}" dt="2026-07-01T22:44:05.618" v="14"/>
          <ac:spMkLst>
            <pc:docMk/>
            <pc:sldMk cId="2788523986" sldId="298"/>
            <ac:spMk id="2" creationId="{99B62F00-9D8C-E7B8-71D1-2AD7A8A97C75}"/>
          </ac:spMkLst>
        </pc:spChg>
      </pc:sldChg>
      <pc:sldChg chg="modSp mod modClrScheme chgLayout">
        <pc:chgData name="Bogdan Đukić" userId="bcc66d97-5aa8-4e45-b6c4-9eed004170c6" providerId="ADAL" clId="{56CE0CBD-4C25-4617-81FC-D9922B91516F}" dt="2026-07-02T10:45:05.655" v="908" actId="255"/>
        <pc:sldMkLst>
          <pc:docMk/>
          <pc:sldMk cId="2155538891" sldId="302"/>
        </pc:sldMkLst>
        <pc:spChg chg="mod ord">
          <ac:chgData name="Bogdan Đukić" userId="bcc66d97-5aa8-4e45-b6c4-9eed004170c6" providerId="ADAL" clId="{56CE0CBD-4C25-4617-81FC-D9922B91516F}" dt="2026-07-02T10:44:40.978" v="904" actId="113"/>
          <ac:spMkLst>
            <pc:docMk/>
            <pc:sldMk cId="2155538891" sldId="302"/>
            <ac:spMk id="2" creationId="{094F7131-318A-4242-D005-D74EC571A3BB}"/>
          </ac:spMkLst>
        </pc:spChg>
        <pc:spChg chg="mod ord">
          <ac:chgData name="Bogdan Đukić" userId="bcc66d97-5aa8-4e45-b6c4-9eed004170c6" providerId="ADAL" clId="{56CE0CBD-4C25-4617-81FC-D9922B91516F}" dt="2026-07-02T10:45:05.655" v="908" actId="255"/>
          <ac:spMkLst>
            <pc:docMk/>
            <pc:sldMk cId="2155538891" sldId="302"/>
            <ac:spMk id="3" creationId="{99E30FD9-BE11-A6E2-44E7-3E3A41530251}"/>
          </ac:spMkLst>
        </pc:spChg>
      </pc:sldChg>
      <pc:sldChg chg="modSp mod ord modClrScheme chgLayout">
        <pc:chgData name="Bogdan Đukić" userId="bcc66d97-5aa8-4e45-b6c4-9eed004170c6" providerId="ADAL" clId="{56CE0CBD-4C25-4617-81FC-D9922B91516F}" dt="2026-07-02T21:20:13.342" v="1084"/>
        <pc:sldMkLst>
          <pc:docMk/>
          <pc:sldMk cId="2053628664" sldId="303"/>
        </pc:sldMkLst>
        <pc:spChg chg="mod ord">
          <ac:chgData name="Bogdan Đukić" userId="bcc66d97-5aa8-4e45-b6c4-9eed004170c6" providerId="ADAL" clId="{56CE0CBD-4C25-4617-81FC-D9922B91516F}" dt="2026-07-02T00:50:02.483" v="626"/>
          <ac:spMkLst>
            <pc:docMk/>
            <pc:sldMk cId="2053628664" sldId="303"/>
            <ac:spMk id="2" creationId="{CA52B4C7-0D14-4EDA-B35A-ACE612CE8581}"/>
          </ac:spMkLst>
        </pc:spChg>
        <pc:spChg chg="mod ord">
          <ac:chgData name="Bogdan Đukić" userId="bcc66d97-5aa8-4e45-b6c4-9eed004170c6" providerId="ADAL" clId="{56CE0CBD-4C25-4617-81FC-D9922B91516F}" dt="2026-07-02T00:50:02.483" v="626"/>
          <ac:spMkLst>
            <pc:docMk/>
            <pc:sldMk cId="2053628664" sldId="303"/>
            <ac:spMk id="3" creationId="{AD407D08-C99B-9BF9-38E7-FCBC7F6EE4E0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8.940" v="44"/>
        <pc:sldMkLst>
          <pc:docMk/>
          <pc:sldMk cId="2353264251" sldId="304"/>
        </pc:sldMkLst>
        <pc:spChg chg="mod ord">
          <ac:chgData name="Bogdan Đukić" userId="bcc66d97-5aa8-4e45-b6c4-9eed004170c6" providerId="ADAL" clId="{56CE0CBD-4C25-4617-81FC-D9922B91516F}" dt="2026-07-01T22:44:05.618" v="11"/>
          <ac:spMkLst>
            <pc:docMk/>
            <pc:sldMk cId="2353264251" sldId="304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05.631" v="42"/>
        <pc:sldMkLst>
          <pc:docMk/>
          <pc:sldMk cId="1520344263" sldId="305"/>
        </pc:sldMkLst>
        <pc:spChg chg="mod ord">
          <ac:chgData name="Bogdan Đukić" userId="bcc66d97-5aa8-4e45-b6c4-9eed004170c6" providerId="ADAL" clId="{56CE0CBD-4C25-4617-81FC-D9922B91516F}" dt="2026-07-01T22:44:05.618" v="10"/>
          <ac:spMkLst>
            <pc:docMk/>
            <pc:sldMk cId="1520344263" sldId="305"/>
            <ac:spMk id="2" creationId="{9DE2CAE1-4C4E-8AAA-19BC-848D56E99C3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14.551" v="48"/>
        <pc:sldMkLst>
          <pc:docMk/>
          <pc:sldMk cId="1784124007" sldId="306"/>
        </pc:sldMkLst>
        <pc:spChg chg="mod ord">
          <ac:chgData name="Bogdan Đukić" userId="bcc66d97-5aa8-4e45-b6c4-9eed004170c6" providerId="ADAL" clId="{56CE0CBD-4C25-4617-81FC-D9922B91516F}" dt="2026-07-01T22:44:05.618" v="13"/>
          <ac:spMkLst>
            <pc:docMk/>
            <pc:sldMk cId="1784124007" sldId="306"/>
            <ac:spMk id="2" creationId="{6057020D-F621-31F8-6E10-2B3E7A526548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20.413" v="52"/>
        <pc:sldMkLst>
          <pc:docMk/>
          <pc:sldMk cId="2372579663" sldId="308"/>
        </pc:sldMkLst>
        <pc:spChg chg="mod ord">
          <ac:chgData name="Bogdan Đukić" userId="bcc66d97-5aa8-4e45-b6c4-9eed004170c6" providerId="ADAL" clId="{56CE0CBD-4C25-4617-81FC-D9922B91516F}" dt="2026-07-01T22:44:05.618" v="15"/>
          <ac:spMkLst>
            <pc:docMk/>
            <pc:sldMk cId="2372579663" sldId="308"/>
            <ac:spMk id="2" creationId="{BAE0D7B9-AD20-5D59-1B3D-E471B9B5AB59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23.136" v="54"/>
        <pc:sldMkLst>
          <pc:docMk/>
          <pc:sldMk cId="3151396490" sldId="309"/>
        </pc:sldMkLst>
        <pc:spChg chg="mod ord">
          <ac:chgData name="Bogdan Đukić" userId="bcc66d97-5aa8-4e45-b6c4-9eed004170c6" providerId="ADAL" clId="{56CE0CBD-4C25-4617-81FC-D9922B91516F}" dt="2026-07-01T22:44:05.632" v="16"/>
          <ac:spMkLst>
            <pc:docMk/>
            <pc:sldMk cId="3151396490" sldId="309"/>
            <ac:spMk id="2" creationId="{5285F10D-D6F9-9F68-1A4B-4BC39C559993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3:36.487" v="524" actId="2696"/>
        <pc:sldMkLst>
          <pc:docMk/>
          <pc:sldMk cId="4063639630" sldId="310"/>
        </pc:sldMkLst>
        <pc:spChg chg="mod ord">
          <ac:chgData name="Bogdan Đukić" userId="bcc66d97-5aa8-4e45-b6c4-9eed004170c6" providerId="ADAL" clId="{56CE0CBD-4C25-4617-81FC-D9922B91516F}" dt="2026-07-01T22:44:05.640" v="19"/>
          <ac:spMkLst>
            <pc:docMk/>
            <pc:sldMk cId="4063639630" sldId="310"/>
            <ac:spMk id="2" creationId="{053D36C8-ACD0-700A-EED3-2126DBD5C565}"/>
          </ac:spMkLst>
        </pc:spChg>
        <pc:spChg chg="mod ord">
          <ac:chgData name="Bogdan Đukić" userId="bcc66d97-5aa8-4e45-b6c4-9eed004170c6" providerId="ADAL" clId="{56CE0CBD-4C25-4617-81FC-D9922B91516F}" dt="2026-07-01T22:44:05.640" v="19"/>
          <ac:spMkLst>
            <pc:docMk/>
            <pc:sldMk cId="4063639630" sldId="310"/>
            <ac:spMk id="3" creationId="{C2E67529-89B3-52D6-43B9-8D21A94A6F49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39.734" v="56"/>
        <pc:sldMkLst>
          <pc:docMk/>
          <pc:sldMk cId="3148476542" sldId="312"/>
        </pc:sldMkLst>
        <pc:spChg chg="mod ord">
          <ac:chgData name="Bogdan Đukić" userId="bcc66d97-5aa8-4e45-b6c4-9eed004170c6" providerId="ADAL" clId="{56CE0CBD-4C25-4617-81FC-D9922B91516F}" dt="2026-07-01T22:44:05.642" v="20"/>
          <ac:spMkLst>
            <pc:docMk/>
            <pc:sldMk cId="3148476542" sldId="312"/>
            <ac:spMk id="2" creationId="{EE1FE4CF-9BC8-DC9B-ED26-CA0C682A30EB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6:25.751" v="526" actId="2696"/>
        <pc:sldMkLst>
          <pc:docMk/>
          <pc:sldMk cId="3805617553" sldId="314"/>
        </pc:sldMkLst>
        <pc:spChg chg="mod ord">
          <ac:chgData name="Bogdan Đukić" userId="bcc66d97-5aa8-4e45-b6c4-9eed004170c6" providerId="ADAL" clId="{56CE0CBD-4C25-4617-81FC-D9922B91516F}" dt="2026-07-01T22:44:05.644" v="21"/>
          <ac:spMkLst>
            <pc:docMk/>
            <pc:sldMk cId="3805617553" sldId="314"/>
            <ac:spMk id="2" creationId="{16B4791D-1B96-BD69-3899-379EB696191B}"/>
          </ac:spMkLst>
        </pc:spChg>
        <pc:spChg chg="mod ord">
          <ac:chgData name="Bogdan Đukić" userId="bcc66d97-5aa8-4e45-b6c4-9eed004170c6" providerId="ADAL" clId="{56CE0CBD-4C25-4617-81FC-D9922B91516F}" dt="2026-07-01T22:44:05.644" v="21"/>
          <ac:spMkLst>
            <pc:docMk/>
            <pc:sldMk cId="3805617553" sldId="314"/>
            <ac:spMk id="3" creationId="{FF71C6A7-5D6D-0E57-5377-5576F61E9B6F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2T00:26:25.751" v="526" actId="2696"/>
        <pc:sldMkLst>
          <pc:docMk/>
          <pc:sldMk cId="2782704253" sldId="316"/>
        </pc:sldMkLst>
        <pc:spChg chg="mod ord">
          <ac:chgData name="Bogdan Đukić" userId="bcc66d97-5aa8-4e45-b6c4-9eed004170c6" providerId="ADAL" clId="{56CE0CBD-4C25-4617-81FC-D9922B91516F}" dt="2026-07-01T22:44:05.646" v="22"/>
          <ac:spMkLst>
            <pc:docMk/>
            <pc:sldMk cId="2782704253" sldId="316"/>
            <ac:spMk id="2" creationId="{235C796D-6E9E-BA53-EA3F-46EEF3C7609E}"/>
          </ac:spMkLst>
        </pc:spChg>
        <pc:spChg chg="mod ord">
          <ac:chgData name="Bogdan Đukić" userId="bcc66d97-5aa8-4e45-b6c4-9eed004170c6" providerId="ADAL" clId="{56CE0CBD-4C25-4617-81FC-D9922B91516F}" dt="2026-07-01T22:44:05.646" v="22"/>
          <ac:spMkLst>
            <pc:docMk/>
            <pc:sldMk cId="2782704253" sldId="316"/>
            <ac:spMk id="3" creationId="{2F79F39B-0A78-6E42-73D2-A927800544A0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48.329" v="58"/>
        <pc:sldMkLst>
          <pc:docMk/>
          <pc:sldMk cId="3544386518" sldId="317"/>
        </pc:sldMkLst>
        <pc:spChg chg="mod ord">
          <ac:chgData name="Bogdan Đukić" userId="bcc66d97-5aa8-4e45-b6c4-9eed004170c6" providerId="ADAL" clId="{56CE0CBD-4C25-4617-81FC-D9922B91516F}" dt="2026-07-01T22:44:05.647" v="23"/>
          <ac:spMkLst>
            <pc:docMk/>
            <pc:sldMk cId="3544386518" sldId="317"/>
            <ac:spMk id="2" creationId="{CD85DDC7-976E-8ED6-5E47-02D171EEA2CE}"/>
          </ac:spMkLst>
        </pc:spChg>
      </pc:sldChg>
      <pc:sldChg chg="modSp del mod modClrScheme chgLayout">
        <pc:chgData name="Bogdan Đukić" userId="bcc66d97-5aa8-4e45-b6c4-9eed004170c6" providerId="ADAL" clId="{56CE0CBD-4C25-4617-81FC-D9922B91516F}" dt="2026-07-01T22:47:51.179" v="60"/>
        <pc:sldMkLst>
          <pc:docMk/>
          <pc:sldMk cId="2775427610" sldId="320"/>
        </pc:sldMkLst>
        <pc:spChg chg="mod ord">
          <ac:chgData name="Bogdan Đukić" userId="bcc66d97-5aa8-4e45-b6c4-9eed004170c6" providerId="ADAL" clId="{56CE0CBD-4C25-4617-81FC-D9922B91516F}" dt="2026-07-01T22:44:05.654" v="24"/>
          <ac:spMkLst>
            <pc:docMk/>
            <pc:sldMk cId="2775427610" sldId="320"/>
            <ac:spMk id="2" creationId="{1580FC50-1A86-60F4-B9DF-4B727949B9FC}"/>
          </ac:spMkLst>
        </pc:spChg>
        <pc:spChg chg="mod ord">
          <ac:chgData name="Bogdan Đukić" userId="bcc66d97-5aa8-4e45-b6c4-9eed004170c6" providerId="ADAL" clId="{56CE0CBD-4C25-4617-81FC-D9922B91516F}" dt="2026-07-01T22:44:05.654" v="24"/>
          <ac:spMkLst>
            <pc:docMk/>
            <pc:sldMk cId="2775427610" sldId="320"/>
            <ac:spMk id="3" creationId="{70B8143B-3F1A-4ABC-B20D-2663ABB8995B}"/>
          </ac:spMkLst>
        </pc:spChg>
      </pc:sldChg>
      <pc:sldChg chg="modSp add mod">
        <pc:chgData name="Bogdan Đukić" userId="bcc66d97-5aa8-4e45-b6c4-9eed004170c6" providerId="ADAL" clId="{56CE0CBD-4C25-4617-81FC-D9922B91516F}" dt="2026-07-02T00:50:02.483" v="626"/>
        <pc:sldMkLst>
          <pc:docMk/>
          <pc:sldMk cId="376503730" sldId="321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76503730" sldId="321"/>
            <ac:spMk id="2" creationId="{388421C1-F9EC-1C68-05F7-5D8BA0CADF22}"/>
          </ac:spMkLst>
        </pc:spChg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76503730" sldId="321"/>
            <ac:spMk id="3" creationId="{48FDC887-5642-7844-D9C2-1664F3D17ABA}"/>
          </ac:spMkLst>
        </pc:spChg>
      </pc:sldChg>
      <pc:sldChg chg="new del">
        <pc:chgData name="Bogdan Đukić" userId="bcc66d97-5aa8-4e45-b6c4-9eed004170c6" providerId="ADAL" clId="{56CE0CBD-4C25-4617-81FC-D9922B91516F}" dt="2026-07-01T22:44:05.837" v="26"/>
        <pc:sldMkLst>
          <pc:docMk/>
          <pc:sldMk cId="804766726" sldId="322"/>
        </pc:sldMkLst>
      </pc:sldChg>
      <pc:sldChg chg="add del">
        <pc:chgData name="Bogdan Đukić" userId="bcc66d97-5aa8-4e45-b6c4-9eed004170c6" providerId="ADAL" clId="{56CE0CBD-4C25-4617-81FC-D9922B91516F}" dt="2026-07-01T22:51:34.601" v="64"/>
        <pc:sldMkLst>
          <pc:docMk/>
          <pc:sldMk cId="3849301644" sldId="322"/>
        </pc:sldMkLst>
      </pc:sldChg>
      <pc:sldChg chg="delSp modSp add mod">
        <pc:chgData name="Bogdan Đukić" userId="bcc66d97-5aa8-4e45-b6c4-9eed004170c6" providerId="ADAL" clId="{56CE0CBD-4C25-4617-81FC-D9922B91516F}" dt="2026-07-02T10:44:05.590" v="897" actId="113"/>
        <pc:sldMkLst>
          <pc:docMk/>
          <pc:sldMk cId="311262106" sldId="323"/>
        </pc:sldMkLst>
        <pc:spChg chg="mod">
          <ac:chgData name="Bogdan Đukić" userId="bcc66d97-5aa8-4e45-b6c4-9eed004170c6" providerId="ADAL" clId="{56CE0CBD-4C25-4617-81FC-D9922B91516F}" dt="2026-07-02T10:44:05.590" v="897" actId="113"/>
          <ac:spMkLst>
            <pc:docMk/>
            <pc:sldMk cId="311262106" sldId="323"/>
            <ac:spMk id="2" creationId="{79D38501-A523-BE43-8706-2FB87A120182}"/>
          </ac:spMkLst>
        </pc:spChg>
        <pc:spChg chg="mod">
          <ac:chgData name="Bogdan Đukić" userId="bcc66d97-5aa8-4e45-b6c4-9eed004170c6" providerId="ADAL" clId="{56CE0CBD-4C25-4617-81FC-D9922B91516F}" dt="2026-07-01T23:09:38.684" v="264" actId="122"/>
          <ac:spMkLst>
            <pc:docMk/>
            <pc:sldMk cId="311262106" sldId="323"/>
            <ac:spMk id="5" creationId="{13B08347-00AD-4661-AF47-E5C71B97B8A9}"/>
          </ac:spMkLst>
        </pc:spChg>
        <pc:spChg chg="mod">
          <ac:chgData name="Bogdan Đukić" userId="bcc66d97-5aa8-4e45-b6c4-9eed004170c6" providerId="ADAL" clId="{56CE0CBD-4C25-4617-81FC-D9922B91516F}" dt="2026-07-01T23:09:50.820" v="265" actId="122"/>
          <ac:spMkLst>
            <pc:docMk/>
            <pc:sldMk cId="311262106" sldId="323"/>
            <ac:spMk id="14" creationId="{CC48E4A1-AE9A-43CD-8C6B-A97E2A2B637E}"/>
          </ac:spMkLst>
        </pc:spChg>
        <pc:spChg chg="mod">
          <ac:chgData name="Bogdan Đukić" userId="bcc66d97-5aa8-4e45-b6c4-9eed004170c6" providerId="ADAL" clId="{56CE0CBD-4C25-4617-81FC-D9922B91516F}" dt="2026-07-01T23:10:10.825" v="270" actId="122"/>
          <ac:spMkLst>
            <pc:docMk/>
            <pc:sldMk cId="311262106" sldId="323"/>
            <ac:spMk id="15" creationId="{40839696-C453-478C-AE3F-832C6F8B176B}"/>
          </ac:spMkLst>
        </pc:spChg>
        <pc:spChg chg="mod">
          <ac:chgData name="Bogdan Đukić" userId="bcc66d97-5aa8-4e45-b6c4-9eed004170c6" providerId="ADAL" clId="{56CE0CBD-4C25-4617-81FC-D9922B91516F}" dt="2026-07-01T23:10:09.216" v="269" actId="122"/>
          <ac:spMkLst>
            <pc:docMk/>
            <pc:sldMk cId="311262106" sldId="323"/>
            <ac:spMk id="17" creationId="{5E3C031E-015B-424F-A118-A269D15A901D}"/>
          </ac:spMkLst>
        </pc:spChg>
        <pc:spChg chg="mod">
          <ac:chgData name="Bogdan Đukić" userId="bcc66d97-5aa8-4e45-b6c4-9eed004170c6" providerId="ADAL" clId="{56CE0CBD-4C25-4617-81FC-D9922B91516F}" dt="2026-07-01T23:10:06.153" v="268" actId="122"/>
          <ac:spMkLst>
            <pc:docMk/>
            <pc:sldMk cId="311262106" sldId="323"/>
            <ac:spMk id="19" creationId="{C665650C-7C55-4168-B874-7FA9AACC8002}"/>
          </ac:spMkLst>
        </pc:spChg>
        <pc:spChg chg="mod">
          <ac:chgData name="Bogdan Đukić" userId="bcc66d97-5aa8-4e45-b6c4-9eed004170c6" providerId="ADAL" clId="{56CE0CBD-4C25-4617-81FC-D9922B91516F}" dt="2026-07-01T23:09:57.916" v="267" actId="122"/>
          <ac:spMkLst>
            <pc:docMk/>
            <pc:sldMk cId="311262106" sldId="323"/>
            <ac:spMk id="22" creationId="{2224BE11-DB53-4B6B-8985-A8EFDA43ACD9}"/>
          </ac:spMkLst>
        </pc:spChg>
        <pc:spChg chg="del mod">
          <ac:chgData name="Bogdan Đukić" userId="bcc66d97-5aa8-4e45-b6c4-9eed004170c6" providerId="ADAL" clId="{56CE0CBD-4C25-4617-81FC-D9922B91516F}" dt="2026-07-01T23:10:21.734" v="274" actId="21"/>
          <ac:spMkLst>
            <pc:docMk/>
            <pc:sldMk cId="311262106" sldId="323"/>
            <ac:spMk id="23" creationId="{63028AC1-4722-4DC0-ADE9-352D695A2AF3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1:07.198" v="381"/>
        <pc:sldMkLst>
          <pc:docMk/>
          <pc:sldMk cId="1708226586" sldId="324"/>
        </pc:sldMkLst>
        <pc:spChg chg="mod">
          <ac:chgData name="Bogdan Đukić" userId="bcc66d97-5aa8-4e45-b6c4-9eed004170c6" providerId="ADAL" clId="{56CE0CBD-4C25-4617-81FC-D9922B91516F}" dt="2026-07-01T23:21:00.328" v="379"/>
          <ac:spMkLst>
            <pc:docMk/>
            <pc:sldMk cId="1708226586" sldId="324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1:37.989" v="387"/>
        <pc:sldMkLst>
          <pc:docMk/>
          <pc:sldMk cId="4157149155" sldId="325"/>
        </pc:sldMkLst>
        <pc:spChg chg="mod">
          <ac:chgData name="Bogdan Đukić" userId="bcc66d97-5aa8-4e45-b6c4-9eed004170c6" providerId="ADAL" clId="{56CE0CBD-4C25-4617-81FC-D9922B91516F}" dt="2026-07-01T23:21:29.549" v="385"/>
          <ac:spMkLst>
            <pc:docMk/>
            <pc:sldMk cId="4157149155" sldId="325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2:03.630" v="397"/>
        <pc:sldMkLst>
          <pc:docMk/>
          <pc:sldMk cId="4110037644" sldId="326"/>
        </pc:sldMkLst>
        <pc:spChg chg="mod">
          <ac:chgData name="Bogdan Đukić" userId="bcc66d97-5aa8-4e45-b6c4-9eed004170c6" providerId="ADAL" clId="{56CE0CBD-4C25-4617-81FC-D9922B91516F}" dt="2026-07-01T23:21:55.662" v="391"/>
          <ac:spMkLst>
            <pc:docMk/>
            <pc:sldMk cId="4110037644" sldId="326"/>
            <ac:spMk id="5" creationId="{2A6BD6E1-57B8-49BC-BA09-7EF99058901D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2:07.358" v="399"/>
        <pc:sldMkLst>
          <pc:docMk/>
          <pc:sldMk cId="3229644905" sldId="327"/>
        </pc:sldMkLst>
        <pc:spChg chg="mod">
          <ac:chgData name="Bogdan Đukić" userId="bcc66d97-5aa8-4e45-b6c4-9eed004170c6" providerId="ADAL" clId="{56CE0CBD-4C25-4617-81FC-D9922B91516F}" dt="2026-07-01T23:21:55.673" v="395"/>
          <ac:spMkLst>
            <pc:docMk/>
            <pc:sldMk cId="3229644905" sldId="327"/>
            <ac:spMk id="5" creationId="{2A6BD6E1-57B8-49BC-BA09-7EF99058901D}"/>
          </ac:spMkLst>
        </pc:spChg>
      </pc:sldChg>
      <pc:sldChg chg="addSp modSp add del mod">
        <pc:chgData name="Bogdan Đukić" userId="bcc66d97-5aa8-4e45-b6c4-9eed004170c6" providerId="ADAL" clId="{56CE0CBD-4C25-4617-81FC-D9922B91516F}" dt="2026-07-01T23:22:46.802" v="411"/>
        <pc:sldMkLst>
          <pc:docMk/>
          <pc:sldMk cId="281243921" sldId="328"/>
        </pc:sldMkLst>
        <pc:spChg chg="mod">
          <ac:chgData name="Bogdan Đukić" userId="bcc66d97-5aa8-4e45-b6c4-9eed004170c6" providerId="ADAL" clId="{56CE0CBD-4C25-4617-81FC-D9922B91516F}" dt="2026-07-01T23:22:38.662" v="404"/>
          <ac:spMkLst>
            <pc:docMk/>
            <pc:sldMk cId="281243921" sldId="328"/>
            <ac:spMk id="5" creationId="{2A6BD6E1-57B8-49BC-BA09-7EF99058901D}"/>
          </ac:spMkLst>
        </pc:spChg>
        <pc:spChg chg="add mod">
          <ac:chgData name="Bogdan Đukić" userId="bcc66d97-5aa8-4e45-b6c4-9eed004170c6" providerId="ADAL" clId="{56CE0CBD-4C25-4617-81FC-D9922B91516F}" dt="2026-07-01T23:22:38.662" v="409"/>
          <ac:spMkLst>
            <pc:docMk/>
            <pc:sldMk cId="281243921" sldId="328"/>
            <ac:spMk id="13" creationId="{A4D76322-F2F7-4B84-99A5-5F5B3EF4D95A}"/>
          </ac:spMkLst>
        </pc:spChg>
      </pc:sldChg>
      <pc:sldChg chg="modSp add del mod">
        <pc:chgData name="Bogdan Đukić" userId="bcc66d97-5aa8-4e45-b6c4-9eed004170c6" providerId="ADAL" clId="{56CE0CBD-4C25-4617-81FC-D9922B91516F}" dt="2026-07-01T23:23:41.733" v="431"/>
        <pc:sldMkLst>
          <pc:docMk/>
          <pc:sldMk cId="1526923618" sldId="329"/>
        </pc:sldMkLst>
        <pc:spChg chg="mod">
          <ac:chgData name="Bogdan Đukić" userId="bcc66d97-5aa8-4e45-b6c4-9eed004170c6" providerId="ADAL" clId="{56CE0CBD-4C25-4617-81FC-D9922B91516F}" dt="2026-07-01T23:23:35.588" v="421"/>
          <ac:spMkLst>
            <pc:docMk/>
            <pc:sldMk cId="1526923618" sldId="329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1T23:23:35.613" v="429"/>
          <ac:spMkLst>
            <pc:docMk/>
            <pc:sldMk cId="1526923618" sldId="329"/>
            <ac:spMk id="13" creationId="{A03B0CF4-CB07-4D6A-AF09-CA6C54354D7C}"/>
          </ac:spMkLst>
        </pc:spChg>
      </pc:sldChg>
      <pc:sldChg chg="addSp modSp add del mod">
        <pc:chgData name="Bogdan Đukić" userId="bcc66d97-5aa8-4e45-b6c4-9eed004170c6" providerId="ADAL" clId="{56CE0CBD-4C25-4617-81FC-D9922B91516F}" dt="2026-07-01T23:24:31.232" v="450"/>
        <pc:sldMkLst>
          <pc:docMk/>
          <pc:sldMk cId="1429937366" sldId="330"/>
        </pc:sldMkLst>
        <pc:spChg chg="mod">
          <ac:chgData name="Bogdan Đukić" userId="bcc66d97-5aa8-4e45-b6c4-9eed004170c6" providerId="ADAL" clId="{56CE0CBD-4C25-4617-81FC-D9922B91516F}" dt="2026-07-01T23:24:17.068" v="439"/>
          <ac:spMkLst>
            <pc:docMk/>
            <pc:sldMk cId="1429937366" sldId="330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1T23:16:44.537" v="369" actId="208"/>
          <ac:spMkLst>
            <pc:docMk/>
            <pc:sldMk cId="1429937366" sldId="330"/>
            <ac:spMk id="13" creationId="{9E67AD7D-99A9-4AAB-AFA6-5C7C4309D86B}"/>
          </ac:spMkLst>
        </pc:spChg>
        <pc:spChg chg="mod">
          <ac:chgData name="Bogdan Đukić" userId="bcc66d97-5aa8-4e45-b6c4-9eed004170c6" providerId="ADAL" clId="{56CE0CBD-4C25-4617-81FC-D9922B91516F}" dt="2026-07-01T23:16:57.276" v="370" actId="1076"/>
          <ac:spMkLst>
            <pc:docMk/>
            <pc:sldMk cId="1429937366" sldId="330"/>
            <ac:spMk id="14" creationId="{2A163681-0958-423F-8109-3E4FE6EC106F}"/>
          </ac:spMkLst>
        </pc:spChg>
        <pc:spChg chg="mod">
          <ac:chgData name="Bogdan Đukić" userId="bcc66d97-5aa8-4e45-b6c4-9eed004170c6" providerId="ADAL" clId="{56CE0CBD-4C25-4617-81FC-D9922B91516F}" dt="2026-07-01T23:16:34.343" v="368" actId="1076"/>
          <ac:spMkLst>
            <pc:docMk/>
            <pc:sldMk cId="1429937366" sldId="330"/>
            <ac:spMk id="15" creationId="{60292F6B-D8AD-4B64-ABBA-718368A494A8}"/>
          </ac:spMkLst>
        </pc:spChg>
        <pc:spChg chg="mod">
          <ac:chgData name="Bogdan Đukić" userId="bcc66d97-5aa8-4e45-b6c4-9eed004170c6" providerId="ADAL" clId="{56CE0CBD-4C25-4617-81FC-D9922B91516F}" dt="2026-07-01T23:17:03.831" v="371" actId="1076"/>
          <ac:spMkLst>
            <pc:docMk/>
            <pc:sldMk cId="1429937366" sldId="330"/>
            <ac:spMk id="16" creationId="{1DB25A97-DA1C-4CBE-89A1-471483AC0E5A}"/>
          </ac:spMkLst>
        </pc:spChg>
        <pc:spChg chg="add mod">
          <ac:chgData name="Bogdan Đukić" userId="bcc66d97-5aa8-4e45-b6c4-9eed004170c6" providerId="ADAL" clId="{56CE0CBD-4C25-4617-81FC-D9922B91516F}" dt="2026-07-01T23:24:17.074" v="444"/>
          <ac:spMkLst>
            <pc:docMk/>
            <pc:sldMk cId="1429937366" sldId="330"/>
            <ac:spMk id="17" creationId="{FA07A20D-791D-4BE9-83E1-D7F490AAED95}"/>
          </ac:spMkLst>
        </pc:spChg>
        <pc:spChg chg="add mod">
          <ac:chgData name="Bogdan Đukić" userId="bcc66d97-5aa8-4e45-b6c4-9eed004170c6" providerId="ADAL" clId="{56CE0CBD-4C25-4617-81FC-D9922B91516F}" dt="2026-07-01T23:24:17.078" v="448"/>
          <ac:spMkLst>
            <pc:docMk/>
            <pc:sldMk cId="1429937366" sldId="330"/>
            <ac:spMk id="18" creationId="{CCB41DDE-5102-43DA-AD01-8252699B5895}"/>
          </ac:spMkLst>
        </pc:spChg>
        <pc:picChg chg="mod">
          <ac:chgData name="Bogdan Đukić" userId="bcc66d97-5aa8-4e45-b6c4-9eed004170c6" providerId="ADAL" clId="{56CE0CBD-4C25-4617-81FC-D9922B91516F}" dt="2026-07-01T23:16:14.676" v="362" actId="1076"/>
          <ac:picMkLst>
            <pc:docMk/>
            <pc:sldMk cId="1429937366" sldId="330"/>
            <ac:picMk id="3" creationId="{B43BFAEF-F8A6-6413-6382-4F6C8520701A}"/>
          </ac:picMkLst>
        </pc:picChg>
      </pc:sldChg>
      <pc:sldChg chg="modSp add mod">
        <pc:chgData name="Bogdan Đukić" userId="bcc66d97-5aa8-4e45-b6c4-9eed004170c6" providerId="ADAL" clId="{56CE0CBD-4C25-4617-81FC-D9922B91516F}" dt="2026-07-02T10:44:13.540" v="898" actId="113"/>
        <pc:sldMkLst>
          <pc:docMk/>
          <pc:sldMk cId="770679409" sldId="331"/>
        </pc:sldMkLst>
        <pc:spChg chg="mod">
          <ac:chgData name="Bogdan Đukić" userId="bcc66d97-5aa8-4e45-b6c4-9eed004170c6" providerId="ADAL" clId="{56CE0CBD-4C25-4617-81FC-D9922B91516F}" dt="2026-07-02T10:44:13.540" v="898" actId="113"/>
          <ac:spMkLst>
            <pc:docMk/>
            <pc:sldMk cId="770679409" sldId="331"/>
            <ac:spMk id="2" creationId="{4A47603D-BFD3-E24D-71EA-C8414081A9EE}"/>
          </ac:spMkLst>
        </pc:spChg>
        <pc:spChg chg="mod">
          <ac:chgData name="Bogdan Đukić" userId="bcc66d97-5aa8-4e45-b6c4-9eed004170c6" providerId="ADAL" clId="{56CE0CBD-4C25-4617-81FC-D9922B91516F}" dt="2026-07-02T00:31:08.582" v="564" actId="20577"/>
          <ac:spMkLst>
            <pc:docMk/>
            <pc:sldMk cId="770679409" sldId="331"/>
            <ac:spMk id="3" creationId="{F06187AC-2919-4F16-B953-70F784F2A017}"/>
          </ac:spMkLst>
        </pc:spChg>
        <pc:spChg chg="mod">
          <ac:chgData name="Bogdan Đukić" userId="bcc66d97-5aa8-4e45-b6c4-9eed004170c6" providerId="ADAL" clId="{56CE0CBD-4C25-4617-81FC-D9922B91516F}" dt="2026-07-02T00:31:12.075" v="566" actId="20577"/>
          <ac:spMkLst>
            <pc:docMk/>
            <pc:sldMk cId="770679409" sldId="331"/>
            <ac:spMk id="4" creationId="{90DC328B-0E87-42A2-A9BF-DE010A1547C8}"/>
          </ac:spMkLst>
        </pc:spChg>
        <pc:spChg chg="mod">
          <ac:chgData name="Bogdan Đukić" userId="bcc66d97-5aa8-4e45-b6c4-9eed004170c6" providerId="ADAL" clId="{56CE0CBD-4C25-4617-81FC-D9922B91516F}" dt="2026-07-02T00:31:28.233" v="572" actId="20577"/>
          <ac:spMkLst>
            <pc:docMk/>
            <pc:sldMk cId="770679409" sldId="331"/>
            <ac:spMk id="5" creationId="{3058645E-418D-4A70-8DF3-03AFF38CF953}"/>
          </ac:spMkLst>
        </pc:spChg>
        <pc:spChg chg="mod">
          <ac:chgData name="Bogdan Đukić" userId="bcc66d97-5aa8-4e45-b6c4-9eed004170c6" providerId="ADAL" clId="{56CE0CBD-4C25-4617-81FC-D9922B91516F}" dt="2026-07-02T00:31:51.043" v="576" actId="1076"/>
          <ac:spMkLst>
            <pc:docMk/>
            <pc:sldMk cId="770679409" sldId="331"/>
            <ac:spMk id="7" creationId="{1F913FE8-1A44-4052-96FD-C1340E938923}"/>
          </ac:spMkLst>
        </pc:spChg>
        <pc:spChg chg="mod">
          <ac:chgData name="Bogdan Đukić" userId="bcc66d97-5aa8-4e45-b6c4-9eed004170c6" providerId="ADAL" clId="{56CE0CBD-4C25-4617-81FC-D9922B91516F}" dt="2026-07-02T00:31:53.304" v="577" actId="1076"/>
          <ac:spMkLst>
            <pc:docMk/>
            <pc:sldMk cId="770679409" sldId="331"/>
            <ac:spMk id="8" creationId="{841A9444-3F22-414D-A6A9-31E2D0BE74C4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0:44:22.775" v="900" actId="255"/>
        <pc:sldMkLst>
          <pc:docMk/>
          <pc:sldMk cId="4098659050" sldId="332"/>
        </pc:sldMkLst>
        <pc:spChg chg="mod">
          <ac:chgData name="Bogdan Đukić" userId="bcc66d97-5aa8-4e45-b6c4-9eed004170c6" providerId="ADAL" clId="{56CE0CBD-4C25-4617-81FC-D9922B91516F}" dt="2026-07-02T10:44:22.775" v="900" actId="255"/>
          <ac:spMkLst>
            <pc:docMk/>
            <pc:sldMk cId="4098659050" sldId="332"/>
            <ac:spMk id="2" creationId="{6057020D-F621-31F8-6E10-2B3E7A526548}"/>
          </ac:spMkLst>
        </pc:spChg>
        <pc:spChg chg="del">
          <ac:chgData name="Bogdan Đukić" userId="bcc66d97-5aa8-4e45-b6c4-9eed004170c6" providerId="ADAL" clId="{56CE0CBD-4C25-4617-81FC-D9922B91516F}" dt="2026-07-02T00:32:09.905" v="578" actId="21"/>
          <ac:spMkLst>
            <pc:docMk/>
            <pc:sldMk cId="4098659050" sldId="332"/>
            <ac:spMk id="9" creationId="{7822F512-0881-435B-BC59-4E080DE33039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0:44:27.557" v="901" actId="113"/>
        <pc:sldMkLst>
          <pc:docMk/>
          <pc:sldMk cId="1125379587" sldId="333"/>
        </pc:sldMkLst>
        <pc:spChg chg="mod">
          <ac:chgData name="Bogdan Đukić" userId="bcc66d97-5aa8-4e45-b6c4-9eed004170c6" providerId="ADAL" clId="{56CE0CBD-4C25-4617-81FC-D9922B91516F}" dt="2026-07-02T10:44:27.557" v="901" actId="113"/>
          <ac:spMkLst>
            <pc:docMk/>
            <pc:sldMk cId="1125379587" sldId="333"/>
            <ac:spMk id="2" creationId="{99B62F00-9D8C-E7B8-71D1-2AD7A8A97C75}"/>
          </ac:spMkLst>
        </pc:spChg>
        <pc:spChg chg="del">
          <ac:chgData name="Bogdan Đukić" userId="bcc66d97-5aa8-4e45-b6c4-9eed004170c6" providerId="ADAL" clId="{56CE0CBD-4C25-4617-81FC-D9922B91516F}" dt="2026-07-02T00:32:29.870" v="579" actId="21"/>
          <ac:spMkLst>
            <pc:docMk/>
            <pc:sldMk cId="1125379587" sldId="333"/>
            <ac:spMk id="18" creationId="{B0C697D0-1FBF-4472-927F-FCD40C2B97E6}"/>
          </ac:spMkLst>
        </pc:spChg>
      </pc:sldChg>
      <pc:sldChg chg="modSp add mod">
        <pc:chgData name="Bogdan Đukić" userId="bcc66d97-5aa8-4e45-b6c4-9eed004170c6" providerId="ADAL" clId="{56CE0CBD-4C25-4617-81FC-D9922B91516F}" dt="2026-07-02T10:44:30.939" v="902" actId="113"/>
        <pc:sldMkLst>
          <pc:docMk/>
          <pc:sldMk cId="8414596" sldId="334"/>
        </pc:sldMkLst>
        <pc:spChg chg="mod">
          <ac:chgData name="Bogdan Đukić" userId="bcc66d97-5aa8-4e45-b6c4-9eed004170c6" providerId="ADAL" clId="{56CE0CBD-4C25-4617-81FC-D9922B91516F}" dt="2026-07-02T10:44:30.939" v="902" actId="113"/>
          <ac:spMkLst>
            <pc:docMk/>
            <pc:sldMk cId="8414596" sldId="334"/>
            <ac:spMk id="2" creationId="{BAE0D7B9-AD20-5D59-1B3D-E471B9B5AB59}"/>
          </ac:spMkLst>
        </pc:spChg>
        <pc:spChg chg="mod">
          <ac:chgData name="Bogdan Đukić" userId="bcc66d97-5aa8-4e45-b6c4-9eed004170c6" providerId="ADAL" clId="{56CE0CBD-4C25-4617-81FC-D9922B91516F}" dt="2026-07-02T00:35:28.553" v="618" actId="14100"/>
          <ac:spMkLst>
            <pc:docMk/>
            <pc:sldMk cId="8414596" sldId="334"/>
            <ac:spMk id="5" creationId="{89D63BE6-0ECC-4B9A-93B3-5B09596FFEA2}"/>
          </ac:spMkLst>
        </pc:spChg>
      </pc:sldChg>
      <pc:sldChg chg="delSp modSp add mod">
        <pc:chgData name="Bogdan Đukić" userId="bcc66d97-5aa8-4e45-b6c4-9eed004170c6" providerId="ADAL" clId="{56CE0CBD-4C25-4617-81FC-D9922B91516F}" dt="2026-07-02T13:05:13.338" v="1082" actId="20577"/>
        <pc:sldMkLst>
          <pc:docMk/>
          <pc:sldMk cId="2173204757" sldId="335"/>
        </pc:sldMkLst>
        <pc:spChg chg="mod">
          <ac:chgData name="Bogdan Đukić" userId="bcc66d97-5aa8-4e45-b6c4-9eed004170c6" providerId="ADAL" clId="{56CE0CBD-4C25-4617-81FC-D9922B91516F}" dt="2026-07-02T10:44:36.353" v="903" actId="113"/>
          <ac:spMkLst>
            <pc:docMk/>
            <pc:sldMk cId="2173204757" sldId="335"/>
            <ac:spMk id="2" creationId="{5285F10D-D6F9-9F68-1A4B-4BC39C559993}"/>
          </ac:spMkLst>
        </pc:spChg>
        <pc:spChg chg="del mod">
          <ac:chgData name="Bogdan Đukić" userId="bcc66d97-5aa8-4e45-b6c4-9eed004170c6" providerId="ADAL" clId="{56CE0CBD-4C25-4617-81FC-D9922B91516F}" dt="2026-07-02T00:50:41.221" v="627" actId="21"/>
          <ac:spMkLst>
            <pc:docMk/>
            <pc:sldMk cId="2173204757" sldId="335"/>
            <ac:spMk id="3" creationId="{82A78700-9618-446E-931A-9FAEC14D064B}"/>
          </ac:spMkLst>
        </pc:spChg>
        <pc:spChg chg="mod">
          <ac:chgData name="Bogdan Đukić" userId="bcc66d97-5aa8-4e45-b6c4-9eed004170c6" providerId="ADAL" clId="{56CE0CBD-4C25-4617-81FC-D9922B91516F}" dt="2026-07-02T00:35:56.353" v="620" actId="20577"/>
          <ac:spMkLst>
            <pc:docMk/>
            <pc:sldMk cId="2173204757" sldId="335"/>
            <ac:spMk id="8" creationId="{30CEC70B-2A4A-4FB0-8EAB-E8960F915253}"/>
          </ac:spMkLst>
        </pc:spChg>
        <pc:graphicFrameChg chg="modGraphic">
          <ac:chgData name="Bogdan Đukić" userId="bcc66d97-5aa8-4e45-b6c4-9eed004170c6" providerId="ADAL" clId="{56CE0CBD-4C25-4617-81FC-D9922B91516F}" dt="2026-07-02T13:05:13.338" v="1082" actId="20577"/>
          <ac:graphicFrameMkLst>
            <pc:docMk/>
            <pc:sldMk cId="2173204757" sldId="335"/>
            <ac:graphicFrameMk id="4" creationId="{B2FD0B8A-EBCA-4C70-8477-0599877F2FC1}"/>
          </ac:graphicFrameMkLst>
        </pc:graphicFrameChg>
      </pc:sldChg>
      <pc:sldChg chg="add del">
        <pc:chgData name="Bogdan Đukić" userId="bcc66d97-5aa8-4e45-b6c4-9eed004170c6" providerId="ADAL" clId="{56CE0CBD-4C25-4617-81FC-D9922B91516F}" dt="2026-07-01T22:49:23.164" v="62"/>
        <pc:sldMkLst>
          <pc:docMk/>
          <pc:sldMk cId="3817684237" sldId="336"/>
        </pc:sldMkLst>
      </pc:sldChg>
      <pc:sldChg chg="add del">
        <pc:chgData name="Bogdan Đukić" userId="bcc66d97-5aa8-4e45-b6c4-9eed004170c6" providerId="ADAL" clId="{56CE0CBD-4C25-4617-81FC-D9922B91516F}" dt="2026-07-02T00:26:30.305" v="527" actId="2696"/>
        <pc:sldMkLst>
          <pc:docMk/>
          <pc:sldMk cId="196497758" sldId="337"/>
        </pc:sldMkLst>
      </pc:sldChg>
      <pc:sldChg chg="add del">
        <pc:chgData name="Bogdan Đukić" userId="bcc66d97-5aa8-4e45-b6c4-9eed004170c6" providerId="ADAL" clId="{56CE0CBD-4C25-4617-81FC-D9922B91516F}" dt="2026-07-02T00:24:05.593" v="525" actId="2696"/>
        <pc:sldMkLst>
          <pc:docMk/>
          <pc:sldMk cId="3074005289" sldId="338"/>
        </pc:sldMkLst>
      </pc:sldChg>
      <pc:sldChg chg="add del">
        <pc:chgData name="Bogdan Đukić" userId="bcc66d97-5aa8-4e45-b6c4-9eed004170c6" providerId="ADAL" clId="{56CE0CBD-4C25-4617-81FC-D9922B91516F}" dt="2026-07-02T00:26:25.751" v="526" actId="2696"/>
        <pc:sldMkLst>
          <pc:docMk/>
          <pc:sldMk cId="1333074411" sldId="339"/>
        </pc:sldMkLst>
      </pc:sldChg>
      <pc:sldChg chg="delSp modSp add mod">
        <pc:chgData name="Bogdan Đukić" userId="bcc66d97-5aa8-4e45-b6c4-9eed004170c6" providerId="ADAL" clId="{56CE0CBD-4C25-4617-81FC-D9922B91516F}" dt="2026-07-02T10:59:14.101" v="1065" actId="1076"/>
        <pc:sldMkLst>
          <pc:docMk/>
          <pc:sldMk cId="2004782697" sldId="340"/>
        </pc:sldMkLst>
        <pc:spChg chg="mod">
          <ac:chgData name="Bogdan Đukić" userId="bcc66d97-5aa8-4e45-b6c4-9eed004170c6" providerId="ADAL" clId="{56CE0CBD-4C25-4617-81FC-D9922B91516F}" dt="2026-07-02T10:43:56.350" v="896" actId="255"/>
          <ac:spMkLst>
            <pc:docMk/>
            <pc:sldMk cId="2004782697" sldId="340"/>
            <ac:spMk id="2" creationId="{6062660A-7DB6-0654-FD87-7A5980B305E1}"/>
          </ac:spMkLst>
        </pc:spChg>
        <pc:spChg chg="mod">
          <ac:chgData name="Bogdan Đukić" userId="bcc66d97-5aa8-4e45-b6c4-9eed004170c6" providerId="ADAL" clId="{56CE0CBD-4C25-4617-81FC-D9922B91516F}" dt="2026-07-02T10:58:51.630" v="1063" actId="255"/>
          <ac:spMkLst>
            <pc:docMk/>
            <pc:sldMk cId="2004782697" sldId="340"/>
            <ac:spMk id="3" creationId="{D72A5759-F51D-461F-8414-326DC2018C6D}"/>
          </ac:spMkLst>
        </pc:spChg>
        <pc:spChg chg="mod">
          <ac:chgData name="Bogdan Đukić" userId="bcc66d97-5aa8-4e45-b6c4-9eed004170c6" providerId="ADAL" clId="{56CE0CBD-4C25-4617-81FC-D9922B91516F}" dt="2026-07-02T10:58:57.490" v="1064" actId="255"/>
          <ac:spMkLst>
            <pc:docMk/>
            <pc:sldMk cId="2004782697" sldId="340"/>
            <ac:spMk id="4" creationId="{DB164291-A8D7-4979-AEFA-14722874A6F0}"/>
          </ac:spMkLst>
        </pc:spChg>
        <pc:spChg chg="mod">
          <ac:chgData name="Bogdan Đukić" userId="bcc66d97-5aa8-4e45-b6c4-9eed004170c6" providerId="ADAL" clId="{56CE0CBD-4C25-4617-81FC-D9922B91516F}" dt="2026-07-02T10:43:15.043" v="890" actId="1076"/>
          <ac:spMkLst>
            <pc:docMk/>
            <pc:sldMk cId="2004782697" sldId="340"/>
            <ac:spMk id="5" creationId="{21E17AF1-805A-4256-9C85-F6E3097D688C}"/>
          </ac:spMkLst>
        </pc:spChg>
        <pc:spChg chg="mod">
          <ac:chgData name="Bogdan Đukić" userId="bcc66d97-5aa8-4e45-b6c4-9eed004170c6" providerId="ADAL" clId="{56CE0CBD-4C25-4617-81FC-D9922B91516F}" dt="2026-07-02T10:43:15.043" v="890" actId="1076"/>
          <ac:spMkLst>
            <pc:docMk/>
            <pc:sldMk cId="2004782697" sldId="340"/>
            <ac:spMk id="6" creationId="{7A1FF810-A6EB-4C56-8AD9-D2E174E8875F}"/>
          </ac:spMkLst>
        </pc:spChg>
        <pc:spChg chg="mod">
          <ac:chgData name="Bogdan Đukić" userId="bcc66d97-5aa8-4e45-b6c4-9eed004170c6" providerId="ADAL" clId="{56CE0CBD-4C25-4617-81FC-D9922B91516F}" dt="2026-07-02T10:59:14.101" v="1065" actId="1076"/>
          <ac:spMkLst>
            <pc:docMk/>
            <pc:sldMk cId="2004782697" sldId="340"/>
            <ac:spMk id="7" creationId="{A73D067E-7DC7-482D-B214-0BEFA6E49BFD}"/>
          </ac:spMkLst>
        </pc:spChg>
        <pc:spChg chg="del mod">
          <ac:chgData name="Bogdan Đukić" userId="bcc66d97-5aa8-4e45-b6c4-9eed004170c6" providerId="ADAL" clId="{56CE0CBD-4C25-4617-81FC-D9922B91516F}" dt="2026-07-01T23:09:20.533" v="261" actId="21"/>
          <ac:spMkLst>
            <pc:docMk/>
            <pc:sldMk cId="2004782697" sldId="340"/>
            <ac:spMk id="8" creationId="{0A525DC4-E0C2-4A52-A054-2E15D858CB09}"/>
          </ac:spMkLst>
        </pc:spChg>
      </pc:sldChg>
      <pc:sldChg chg="addSp delSp modSp add mod">
        <pc:chgData name="Bogdan Đukić" userId="bcc66d97-5aa8-4e45-b6c4-9eed004170c6" providerId="ADAL" clId="{56CE0CBD-4C25-4617-81FC-D9922B91516F}" dt="2026-07-02T10:41:06.143" v="860"/>
        <pc:sldMkLst>
          <pc:docMk/>
          <pc:sldMk cId="4037558443" sldId="341"/>
        </pc:sldMkLst>
        <pc:spChg chg="mod">
          <ac:chgData name="Bogdan Đukić" userId="bcc66d97-5aa8-4e45-b6c4-9eed004170c6" providerId="ADAL" clId="{56CE0CBD-4C25-4617-81FC-D9922B91516F}" dt="2026-07-02T10:31:06.564" v="777" actId="113"/>
          <ac:spMkLst>
            <pc:docMk/>
            <pc:sldMk cId="4037558443" sldId="341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1:06.143" v="860"/>
          <ac:spMkLst>
            <pc:docMk/>
            <pc:sldMk cId="4037558443" sldId="341"/>
            <ac:spMk id="4" creationId="{4A91595B-54BB-4F92-BE35-463DCEDB947E}"/>
          </ac:spMkLst>
        </pc:spChg>
        <pc:picChg chg="del">
          <ac:chgData name="Bogdan Đukić" userId="bcc66d97-5aa8-4e45-b6c4-9eed004170c6" providerId="ADAL" clId="{56CE0CBD-4C25-4617-81FC-D9922B91516F}" dt="2026-07-02T10:29:50.327" v="758" actId="21"/>
          <ac:picMkLst>
            <pc:docMk/>
            <pc:sldMk cId="4037558443" sldId="341"/>
            <ac:picMk id="3" creationId="{B43BFAEF-F8A6-6413-6382-4F6C8520701A}"/>
          </ac:picMkLst>
        </pc:picChg>
        <pc:picChg chg="add mod">
          <ac:chgData name="Bogdan Đukić" userId="bcc66d97-5aa8-4e45-b6c4-9eed004170c6" providerId="ADAL" clId="{56CE0CBD-4C25-4617-81FC-D9922B91516F}" dt="2026-07-02T10:30:56.899" v="776" actId="1076"/>
          <ac:picMkLst>
            <pc:docMk/>
            <pc:sldMk cId="4037558443" sldId="341"/>
            <ac:picMk id="14" creationId="{4697765E-1BA8-674D-D24B-70580F89604A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1:01:50.913" v="1074" actId="255"/>
        <pc:sldMkLst>
          <pc:docMk/>
          <pc:sldMk cId="675845868" sldId="342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675845868" sldId="342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9.932" v="859"/>
          <ac:spMkLst>
            <pc:docMk/>
            <pc:sldMk cId="675845868" sldId="342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1:50.913" v="1074" actId="255"/>
          <ac:spMkLst>
            <pc:docMk/>
            <pc:sldMk cId="675845868" sldId="342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2T10:32:19.469" v="783" actId="1076"/>
          <ac:spMkLst>
            <pc:docMk/>
            <pc:sldMk cId="675845868" sldId="342"/>
            <ac:spMk id="13" creationId="{745D26C7-E78C-4974-8BEB-7B584ACDECDC}"/>
          </ac:spMkLst>
        </pc:spChg>
        <pc:spChg chg="del mod">
          <ac:chgData name="Bogdan Đukić" userId="bcc66d97-5aa8-4e45-b6c4-9eed004170c6" providerId="ADAL" clId="{56CE0CBD-4C25-4617-81FC-D9922B91516F}" dt="2026-07-02T00:18:32.512" v="477" actId="21"/>
          <ac:spMkLst>
            <pc:docMk/>
            <pc:sldMk cId="675845868" sldId="342"/>
            <ac:spMk id="14" creationId="{6338DA63-9D1C-4B14-921B-BDBF623F661E}"/>
          </ac:spMkLst>
        </pc:spChg>
        <pc:spChg chg="mod">
          <ac:chgData name="Bogdan Đukić" userId="bcc66d97-5aa8-4e45-b6c4-9eed004170c6" providerId="ADAL" clId="{56CE0CBD-4C25-4617-81FC-D9922B91516F}" dt="2026-07-02T10:32:27.951" v="786" actId="14100"/>
          <ac:spMkLst>
            <pc:docMk/>
            <pc:sldMk cId="675845868" sldId="342"/>
            <ac:spMk id="15" creationId="{AD9D3DF4-A518-46AA-B688-506F3A52C7FA}"/>
          </ac:spMkLst>
        </pc:spChg>
        <pc:spChg chg="del mod">
          <ac:chgData name="Bogdan Đukić" userId="bcc66d97-5aa8-4e45-b6c4-9eed004170c6" providerId="ADAL" clId="{56CE0CBD-4C25-4617-81FC-D9922B91516F}" dt="2026-07-02T00:18:28.776" v="476" actId="21"/>
          <ac:spMkLst>
            <pc:docMk/>
            <pc:sldMk cId="675845868" sldId="342"/>
            <ac:spMk id="16" creationId="{5E193159-969E-4D49-BFF0-F6AF1C27E14D}"/>
          </ac:spMkLst>
        </pc:spChg>
        <pc:spChg chg="mod">
          <ac:chgData name="Bogdan Đukić" userId="bcc66d97-5aa8-4e45-b6c4-9eed004170c6" providerId="ADAL" clId="{56CE0CBD-4C25-4617-81FC-D9922B91516F}" dt="2026-07-02T10:32:31.988" v="787" actId="1076"/>
          <ac:spMkLst>
            <pc:docMk/>
            <pc:sldMk cId="675845868" sldId="342"/>
            <ac:spMk id="17" creationId="{D7C4D702-15E5-48E9-AFBD-E8B2D7AEAD43}"/>
          </ac:spMkLst>
        </pc:spChg>
        <pc:spChg chg="del mod">
          <ac:chgData name="Bogdan Đukić" userId="bcc66d97-5aa8-4e45-b6c4-9eed004170c6" providerId="ADAL" clId="{56CE0CBD-4C25-4617-81FC-D9922B91516F}" dt="2026-07-02T00:19:16.003" v="491" actId="478"/>
          <ac:spMkLst>
            <pc:docMk/>
            <pc:sldMk cId="675845868" sldId="342"/>
            <ac:spMk id="18" creationId="{D6A088E4-0F50-4FAA-9589-13D3911EA52A}"/>
          </ac:spMkLst>
        </pc:spChg>
        <pc:spChg chg="mod">
          <ac:chgData name="Bogdan Đukić" userId="bcc66d97-5aa8-4e45-b6c4-9eed004170c6" providerId="ADAL" clId="{56CE0CBD-4C25-4617-81FC-D9922B91516F}" dt="2026-07-02T10:32:34.400" v="788" actId="1076"/>
          <ac:spMkLst>
            <pc:docMk/>
            <pc:sldMk cId="675845868" sldId="342"/>
            <ac:spMk id="19" creationId="{B03D8681-21D6-41E2-B396-8BC26903B452}"/>
          </ac:spMkLst>
        </pc:spChg>
        <pc:spChg chg="mod">
          <ac:chgData name="Bogdan Đukić" userId="bcc66d97-5aa8-4e45-b6c4-9eed004170c6" providerId="ADAL" clId="{56CE0CBD-4C25-4617-81FC-D9922B91516F}" dt="2026-07-02T09:57:01.402" v="748"/>
          <ac:spMkLst>
            <pc:docMk/>
            <pc:sldMk cId="675845868" sldId="342"/>
            <ac:spMk id="20" creationId="{B530E80B-58F2-4254-A1DF-08002E7266FF}"/>
          </ac:spMkLst>
        </pc:spChg>
        <pc:spChg chg="mod">
          <ac:chgData name="Bogdan Đukić" userId="bcc66d97-5aa8-4e45-b6c4-9eed004170c6" providerId="ADAL" clId="{56CE0CBD-4C25-4617-81FC-D9922B91516F}" dt="2026-07-02T10:32:38.778" v="789" actId="1076"/>
          <ac:spMkLst>
            <pc:docMk/>
            <pc:sldMk cId="675845868" sldId="342"/>
            <ac:spMk id="21" creationId="{A440D65D-69CD-4359-8CEC-2E6AC895CB5B}"/>
          </ac:spMkLst>
        </pc:spChg>
        <pc:spChg chg="del mod">
          <ac:chgData name="Bogdan Đukić" userId="bcc66d97-5aa8-4e45-b6c4-9eed004170c6" providerId="ADAL" clId="{56CE0CBD-4C25-4617-81FC-D9922B91516F}" dt="2026-07-02T00:20:00.753" v="509" actId="478"/>
          <ac:spMkLst>
            <pc:docMk/>
            <pc:sldMk cId="675845868" sldId="342"/>
            <ac:spMk id="22" creationId="{7C154436-D9E7-4306-8326-01FDDA20F1F2}"/>
          </ac:spMkLst>
        </pc:spChg>
        <pc:spChg chg="mod">
          <ac:chgData name="Bogdan Đukić" userId="bcc66d97-5aa8-4e45-b6c4-9eed004170c6" providerId="ADAL" clId="{56CE0CBD-4C25-4617-81FC-D9922B91516F}" dt="2026-07-02T10:32:42.645" v="790" actId="1076"/>
          <ac:spMkLst>
            <pc:docMk/>
            <pc:sldMk cId="675845868" sldId="342"/>
            <ac:spMk id="23" creationId="{A9E30FD5-3769-4226-BA30-ABEC1512DD4D}"/>
          </ac:spMkLst>
        </pc:spChg>
        <pc:spChg chg="del mod">
          <ac:chgData name="Bogdan Đukić" userId="bcc66d97-5aa8-4e45-b6c4-9eed004170c6" providerId="ADAL" clId="{56CE0CBD-4C25-4617-81FC-D9922B91516F}" dt="2026-07-02T00:20:24.626" v="518" actId="478"/>
          <ac:spMkLst>
            <pc:docMk/>
            <pc:sldMk cId="675845868" sldId="342"/>
            <ac:spMk id="24" creationId="{527F7D1B-B692-46F2-8B6A-8112C7A37B7D}"/>
          </ac:spMkLst>
        </pc:spChg>
        <pc:picChg chg="del mod">
          <ac:chgData name="Bogdan Đukić" userId="bcc66d97-5aa8-4e45-b6c4-9eed004170c6" providerId="ADAL" clId="{56CE0CBD-4C25-4617-81FC-D9922B91516F}" dt="2026-07-02T10:30:11.085" v="761" actId="21"/>
          <ac:picMkLst>
            <pc:docMk/>
            <pc:sldMk cId="675845868" sldId="342"/>
            <ac:picMk id="3" creationId="{B43BFAEF-F8A6-6413-6382-4F6C8520701A}"/>
          </ac:picMkLst>
        </pc:picChg>
        <pc:picChg chg="add mod ord">
          <ac:chgData name="Bogdan Đukić" userId="bcc66d97-5aa8-4e45-b6c4-9eed004170c6" providerId="ADAL" clId="{56CE0CBD-4C25-4617-81FC-D9922B91516F}" dt="2026-07-02T10:32:02.025" v="782" actId="1076"/>
          <ac:picMkLst>
            <pc:docMk/>
            <pc:sldMk cId="675845868" sldId="342"/>
            <ac:picMk id="14" creationId="{E5FB1591-E315-5A32-F5D0-FF93AB2AF356}"/>
          </ac:picMkLst>
        </pc:picChg>
      </pc:sldChg>
      <pc:sldChg chg="addSp delSp modSp add del mod">
        <pc:chgData name="Bogdan Đukić" userId="bcc66d97-5aa8-4e45-b6c4-9eed004170c6" providerId="ADAL" clId="{56CE0CBD-4C25-4617-81FC-D9922B91516F}" dt="2026-07-02T11:01:58.904" v="1075" actId="255"/>
        <pc:sldMkLst>
          <pc:docMk/>
          <pc:sldMk cId="3146728715" sldId="343"/>
        </pc:sldMkLst>
        <pc:spChg chg="mod">
          <ac:chgData name="Bogdan Đukić" userId="bcc66d97-5aa8-4e45-b6c4-9eed004170c6" providerId="ADAL" clId="{56CE0CBD-4C25-4617-81FC-D9922B91516F}" dt="2026-07-02T10:34:05.130" v="798" actId="1076"/>
          <ac:spMkLst>
            <pc:docMk/>
            <pc:sldMk cId="3146728715" sldId="343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6.396" v="858"/>
          <ac:spMkLst>
            <pc:docMk/>
            <pc:sldMk cId="3146728715" sldId="343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1:58.904" v="1075" actId="255"/>
          <ac:spMkLst>
            <pc:docMk/>
            <pc:sldMk cId="3146728715" sldId="343"/>
            <ac:spMk id="5" creationId="{2A6BD6E1-57B8-49BC-BA09-7EF99058901D}"/>
          </ac:spMkLst>
        </pc:spChg>
        <pc:spChg chg="del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13" creationId="{43AD1249-2D45-4901-A20F-B39B353A8538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4" creationId="{9DABCE09-2C49-4A92-BD3A-090EA52A6E86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5" creationId="{047177DD-5447-485A-B4B9-23AA005751F3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6" creationId="{EAFE8A14-F9CB-4E19-B5B8-D91C9EECFADD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7" creationId="{602757FD-5C91-477A-AC22-477C1B219F99}"/>
          </ac:spMkLst>
        </pc:spChg>
        <pc:spChg chg="del mod or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18" creationId="{671AF5F8-4929-42B2-A6EB-CC1975F36F2E}"/>
          </ac:spMkLst>
        </pc:spChg>
        <pc:spChg chg="del mod or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19" creationId="{3EF90C31-6661-4E8B-B859-A3421B7220EC}"/>
          </ac:spMkLst>
        </pc:spChg>
        <pc:spChg chg="del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0" creationId="{B739AFBE-12C8-470B-B9AA-3A14430E8131}"/>
          </ac:spMkLst>
        </pc:spChg>
        <pc:spChg chg="add del mod">
          <ac:chgData name="Bogdan Đukić" userId="bcc66d97-5aa8-4e45-b6c4-9eed004170c6" providerId="ADAL" clId="{56CE0CBD-4C25-4617-81FC-D9922B91516F}" dt="2026-07-02T09:56:53.495" v="744"/>
          <ac:spMkLst>
            <pc:docMk/>
            <pc:sldMk cId="3146728715" sldId="343"/>
            <ac:spMk id="22" creationId="{CC211431-7CB5-88B6-5884-F2E5DF2D1F68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3" creationId="{B10F4E71-9956-0BF5-E027-DA4B8B0E769F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4" creationId="{B85A0377-01C0-42ED-31A8-7B9D8CF66004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5" creationId="{F80ED683-B9B7-FCF6-5FFD-E72F1980BA72}"/>
          </ac:spMkLst>
        </pc:spChg>
        <pc:spChg chg="add del mod">
          <ac:chgData name="Bogdan Đukić" userId="bcc66d97-5aa8-4e45-b6c4-9eed004170c6" providerId="ADAL" clId="{56CE0CBD-4C25-4617-81FC-D9922B91516F}" dt="2026-07-02T10:34:00.500" v="795" actId="478"/>
          <ac:spMkLst>
            <pc:docMk/>
            <pc:sldMk cId="3146728715" sldId="343"/>
            <ac:spMk id="26" creationId="{CD7FCE9D-68D2-F2B3-E3E7-CBF77B5DC284}"/>
          </ac:spMkLst>
        </pc:spChg>
        <pc:spChg chg="add del mo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27" creationId="{807F100F-F8F9-AA96-2A6C-9F25FE174860}"/>
          </ac:spMkLst>
        </pc:spChg>
        <pc:spChg chg="add del mod">
          <ac:chgData name="Bogdan Đukić" userId="bcc66d97-5aa8-4e45-b6c4-9eed004170c6" providerId="ADAL" clId="{56CE0CBD-4C25-4617-81FC-D9922B91516F}" dt="2026-07-02T10:34:09.876" v="799" actId="478"/>
          <ac:spMkLst>
            <pc:docMk/>
            <pc:sldMk cId="3146728715" sldId="343"/>
            <ac:spMk id="28" creationId="{F189FA4A-BC3A-A93D-96E4-A835119D2C45}"/>
          </ac:spMkLst>
        </pc:spChg>
        <pc:picChg chg="del">
          <ac:chgData name="Bogdan Đukić" userId="bcc66d97-5aa8-4e45-b6c4-9eed004170c6" providerId="ADAL" clId="{56CE0CBD-4C25-4617-81FC-D9922B91516F}" dt="2026-07-02T10:34:09.876" v="799" actId="478"/>
          <ac:picMkLst>
            <pc:docMk/>
            <pc:sldMk cId="3146728715" sldId="343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3:55.264" v="794" actId="21"/>
          <ac:picMkLst>
            <pc:docMk/>
            <pc:sldMk cId="3146728715" sldId="343"/>
            <ac:picMk id="21" creationId="{BD63B8F5-BA1A-1F0F-4E20-41895A2B21CA}"/>
          </ac:picMkLst>
        </pc:picChg>
        <pc:picChg chg="add mod">
          <ac:chgData name="Bogdan Đukić" userId="bcc66d97-5aa8-4e45-b6c4-9eed004170c6" providerId="ADAL" clId="{56CE0CBD-4C25-4617-81FC-D9922B91516F}" dt="2026-07-02T10:34:28.399" v="800" actId="1076"/>
          <ac:picMkLst>
            <pc:docMk/>
            <pc:sldMk cId="3146728715" sldId="343"/>
            <ac:picMk id="30" creationId="{4F5D4A39-4A23-8B0D-DB97-2736CA3C89C7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1:02:05.575" v="1076" actId="255"/>
        <pc:sldMkLst>
          <pc:docMk/>
          <pc:sldMk cId="3113629452" sldId="344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113629452" sldId="344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52.505" v="857"/>
          <ac:spMkLst>
            <pc:docMk/>
            <pc:sldMk cId="3113629452" sldId="344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2:05.575" v="1076" actId="255"/>
          <ac:spMkLst>
            <pc:docMk/>
            <pc:sldMk cId="3113629452" sldId="344"/>
            <ac:spMk id="5" creationId="{2A6BD6E1-57B8-49BC-BA09-7EF99058901D}"/>
          </ac:spMkLst>
        </pc:spChg>
        <pc:spChg chg="del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3" creationId="{26D261E6-5E01-445A-8808-369474F9DE81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4" creationId="{1BBF9F2E-EDCB-4518-A0C4-6B48FC71AED1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5" creationId="{F1085994-E3E7-4404-B580-909B82F5F20A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6" creationId="{536ED9A9-159B-47A2-A9FF-AA1BE3D17B3E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7" creationId="{0807DF9D-55E6-473F-BF09-9C96D81D22D8}"/>
          </ac:spMkLst>
        </pc:spChg>
        <pc:spChg chg="mod ord">
          <ac:chgData name="Bogdan Đukić" userId="bcc66d97-5aa8-4e45-b6c4-9eed004170c6" providerId="ADAL" clId="{56CE0CBD-4C25-4617-81FC-D9922B91516F}" dt="2026-07-02T09:56:53.889" v="746"/>
          <ac:spMkLst>
            <pc:docMk/>
            <pc:sldMk cId="3113629452" sldId="344"/>
            <ac:spMk id="18" creationId="{FCB66427-6E46-4E97-BCBF-0D37DA94A33C}"/>
          </ac:spMkLst>
        </pc:spChg>
        <pc:spChg chg="del mod or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19" creationId="{89B3DF2F-9179-4D74-8773-733F07C618F7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1" creationId="{4E8174E3-242B-9A50-22A7-4512382C10ED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2" creationId="{F510A871-B709-6147-91AF-3305FFF59FD6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3" creationId="{B5339B09-94CE-35D2-8476-0BCAF37A840C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4" creationId="{93BD665B-0CE5-9902-3ADF-FA381808093B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5" creationId="{BC7B0059-3BA6-3158-8642-C4527D264BAC}"/>
          </ac:spMkLst>
        </pc:spChg>
        <pc:spChg chg="add del mod">
          <ac:chgData name="Bogdan Đukić" userId="bcc66d97-5aa8-4e45-b6c4-9eed004170c6" providerId="ADAL" clId="{56CE0CBD-4C25-4617-81FC-D9922B91516F}" dt="2026-07-02T10:34:44.233" v="801" actId="478"/>
          <ac:spMkLst>
            <pc:docMk/>
            <pc:sldMk cId="3113629452" sldId="344"/>
            <ac:spMk id="26" creationId="{7D79A474-C5E1-1353-7019-2C0DB921B55F}"/>
          </ac:spMkLst>
        </pc:spChg>
        <pc:spChg chg="add del mod">
          <ac:chgData name="Bogdan Đukić" userId="bcc66d97-5aa8-4e45-b6c4-9eed004170c6" providerId="ADAL" clId="{56CE0CBD-4C25-4617-81FC-D9922B91516F}" dt="2026-07-02T09:57:01.076" v="747"/>
          <ac:spMkLst>
            <pc:docMk/>
            <pc:sldMk cId="3113629452" sldId="344"/>
            <ac:spMk id="27" creationId="{743785F6-DB88-1053-DAB7-FDC46690157C}"/>
          </ac:spMkLst>
        </pc:spChg>
        <pc:picChg chg="del">
          <ac:chgData name="Bogdan Đukić" userId="bcc66d97-5aa8-4e45-b6c4-9eed004170c6" providerId="ADAL" clId="{56CE0CBD-4C25-4617-81FC-D9922B91516F}" dt="2026-07-02T10:34:59.740" v="804" actId="478"/>
          <ac:picMkLst>
            <pc:docMk/>
            <pc:sldMk cId="3113629452" sldId="344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4:49.701" v="802" actId="21"/>
          <ac:picMkLst>
            <pc:docMk/>
            <pc:sldMk cId="3113629452" sldId="344"/>
            <ac:picMk id="20" creationId="{98FA4706-27ED-D138-6E8A-73E0F1ABB349}"/>
          </ac:picMkLst>
        </pc:picChg>
        <pc:picChg chg="add mod">
          <ac:chgData name="Bogdan Đukić" userId="bcc66d97-5aa8-4e45-b6c4-9eed004170c6" providerId="ADAL" clId="{56CE0CBD-4C25-4617-81FC-D9922B91516F}" dt="2026-07-02T10:35:22.555" v="806" actId="1076"/>
          <ac:picMkLst>
            <pc:docMk/>
            <pc:sldMk cId="3113629452" sldId="344"/>
            <ac:picMk id="29" creationId="{8E234DDE-B727-4D38-850B-51744E57E8C9}"/>
          </ac:picMkLst>
        </pc:picChg>
      </pc:sldChg>
      <pc:sldChg chg="add del">
        <pc:chgData name="Bogdan Đukić" userId="bcc66d97-5aa8-4e45-b6c4-9eed004170c6" providerId="ADAL" clId="{56CE0CBD-4C25-4617-81FC-D9922B91516F}" dt="2026-07-01T23:22:52.790" v="413"/>
        <pc:sldMkLst>
          <pc:docMk/>
          <pc:sldMk cId="3003257849" sldId="345"/>
        </pc:sldMkLst>
      </pc:sldChg>
      <pc:sldChg chg="add del">
        <pc:chgData name="Bogdan Đukić" userId="bcc66d97-5aa8-4e45-b6c4-9eed004170c6" providerId="ADAL" clId="{56CE0CBD-4C25-4617-81FC-D9922B91516F}" dt="2026-07-01T23:22:57.708" v="415"/>
        <pc:sldMkLst>
          <pc:docMk/>
          <pc:sldMk cId="807058512" sldId="346"/>
        </pc:sldMkLst>
      </pc:sldChg>
      <pc:sldChg chg="addSp delSp modSp add mod">
        <pc:chgData name="Bogdan Đukić" userId="bcc66d97-5aa8-4e45-b6c4-9eed004170c6" providerId="ADAL" clId="{56CE0CBD-4C25-4617-81FC-D9922B91516F}" dt="2026-07-02T11:02:26.743" v="1078" actId="255"/>
        <pc:sldMkLst>
          <pc:docMk/>
          <pc:sldMk cId="1168962571" sldId="347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1168962571" sldId="347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33.205" v="856" actId="20577"/>
          <ac:spMkLst>
            <pc:docMk/>
            <pc:sldMk cId="1168962571" sldId="347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1:02:26.743" v="1078" actId="255"/>
          <ac:spMkLst>
            <pc:docMk/>
            <pc:sldMk cId="1168962571" sldId="347"/>
            <ac:spMk id="5" creationId="{2A6BD6E1-57B8-49BC-BA09-7EF99058901D}"/>
          </ac:spMkLst>
        </pc:spChg>
        <pc:spChg chg="mod">
          <ac:chgData name="Bogdan Đukić" userId="bcc66d97-5aa8-4e45-b6c4-9eed004170c6" providerId="ADAL" clId="{56CE0CBD-4C25-4617-81FC-D9922B91516F}" dt="2026-07-02T10:54:36.041" v="1058" actId="20577"/>
          <ac:spMkLst>
            <pc:docMk/>
            <pc:sldMk cId="1168962571" sldId="347"/>
            <ac:spMk id="13" creationId="{A4D76322-F2F7-4B84-99A5-5F5B3EF4D95A}"/>
          </ac:spMkLst>
        </pc:spChg>
        <pc:picChg chg="add del mod">
          <ac:chgData name="Bogdan Đukić" userId="bcc66d97-5aa8-4e45-b6c4-9eed004170c6" providerId="ADAL" clId="{56CE0CBD-4C25-4617-81FC-D9922B91516F}" dt="2026-07-02T10:37:41.034" v="823" actId="21"/>
          <ac:picMkLst>
            <pc:docMk/>
            <pc:sldMk cId="1168962571" sldId="347"/>
            <ac:picMk id="3" creationId="{B43BFAEF-F8A6-6413-6382-4F6C8520701A}"/>
          </ac:picMkLst>
        </pc:picChg>
        <pc:picChg chg="add mod">
          <ac:chgData name="Bogdan Đukić" userId="bcc66d97-5aa8-4e45-b6c4-9eed004170c6" providerId="ADAL" clId="{56CE0CBD-4C25-4617-81FC-D9922B91516F}" dt="2026-07-02T10:37:22.528" v="820" actId="1076"/>
          <ac:picMkLst>
            <pc:docMk/>
            <pc:sldMk cId="1168962571" sldId="347"/>
            <ac:picMk id="14" creationId="{EB6D5B42-4B4F-AB5E-03D7-97A76DA41454}"/>
          </ac:picMkLst>
        </pc:picChg>
        <pc:picChg chg="add del mod">
          <ac:chgData name="Bogdan Đukić" userId="bcc66d97-5aa8-4e45-b6c4-9eed004170c6" providerId="ADAL" clId="{56CE0CBD-4C25-4617-81FC-D9922B91516F}" dt="2026-07-02T10:37:55.718" v="825" actId="21"/>
          <ac:picMkLst>
            <pc:docMk/>
            <pc:sldMk cId="1168962571" sldId="347"/>
            <ac:picMk id="15" creationId="{FE0AD65E-D9B9-7474-8204-102B9CC2962B}"/>
          </ac:picMkLst>
        </pc:picChg>
        <pc:picChg chg="add mod">
          <ac:chgData name="Bogdan Đukić" userId="bcc66d97-5aa8-4e45-b6c4-9eed004170c6" providerId="ADAL" clId="{56CE0CBD-4C25-4617-81FC-D9922B91516F}" dt="2026-07-02T10:37:56.504" v="826"/>
          <ac:picMkLst>
            <pc:docMk/>
            <pc:sldMk cId="1168962571" sldId="347"/>
            <ac:picMk id="16" creationId="{FE0AD65E-D9B9-7474-8204-102B9CC2962B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0:42:38.262" v="889" actId="20577"/>
        <pc:sldMkLst>
          <pc:docMk/>
          <pc:sldMk cId="451459082" sldId="348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451459082" sldId="348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0:19.297" v="849" actId="20577"/>
          <ac:spMkLst>
            <pc:docMk/>
            <pc:sldMk cId="451459082" sldId="348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10:42:38.262" v="889" actId="20577"/>
          <ac:spMkLst>
            <pc:docMk/>
            <pc:sldMk cId="451459082" sldId="348"/>
            <ac:spMk id="13" creationId="{A03B0CF4-CB07-4D6A-AF09-CA6C54354D7C}"/>
          </ac:spMkLst>
        </pc:spChg>
        <pc:picChg chg="del">
          <ac:chgData name="Bogdan Đukić" userId="bcc66d97-5aa8-4e45-b6c4-9eed004170c6" providerId="ADAL" clId="{56CE0CBD-4C25-4617-81FC-D9922B91516F}" dt="2026-07-02T10:38:05.265" v="827" actId="21"/>
          <ac:picMkLst>
            <pc:docMk/>
            <pc:sldMk cId="451459082" sldId="348"/>
            <ac:picMk id="3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8:26.671" v="830" actId="478"/>
          <ac:picMkLst>
            <pc:docMk/>
            <pc:sldMk cId="451459082" sldId="348"/>
            <ac:picMk id="14" creationId="{B43BFAEF-F8A6-6413-6382-4F6C8520701A}"/>
          </ac:picMkLst>
        </pc:picChg>
        <pc:picChg chg="add del mod">
          <ac:chgData name="Bogdan Đukić" userId="bcc66d97-5aa8-4e45-b6c4-9eed004170c6" providerId="ADAL" clId="{56CE0CBD-4C25-4617-81FC-D9922B91516F}" dt="2026-07-02T10:38:28.332" v="832" actId="478"/>
          <ac:picMkLst>
            <pc:docMk/>
            <pc:sldMk cId="451459082" sldId="348"/>
            <ac:picMk id="15" creationId="{AADF549A-5245-D07E-AB4D-9B968BE0A1CA}"/>
          </ac:picMkLst>
        </pc:picChg>
        <pc:picChg chg="add mod">
          <ac:chgData name="Bogdan Đukić" userId="bcc66d97-5aa8-4e45-b6c4-9eed004170c6" providerId="ADAL" clId="{56CE0CBD-4C25-4617-81FC-D9922B91516F}" dt="2026-07-02T10:38:35.264" v="833"/>
          <ac:picMkLst>
            <pc:docMk/>
            <pc:sldMk cId="451459082" sldId="348"/>
            <ac:picMk id="16" creationId="{99E52135-43F4-B34C-6A38-FA1F2D0DE198}"/>
          </ac:picMkLst>
        </pc:picChg>
      </pc:sldChg>
      <pc:sldChg chg="addSp delSp modSp add mod">
        <pc:chgData name="Bogdan Đukić" userId="bcc66d97-5aa8-4e45-b6c4-9eed004170c6" providerId="ADAL" clId="{56CE0CBD-4C25-4617-81FC-D9922B91516F}" dt="2026-07-02T10:42:19.573" v="883"/>
        <pc:sldMkLst>
          <pc:docMk/>
          <pc:sldMk cId="3071942723" sldId="349"/>
        </pc:sldMkLst>
        <pc:spChg chg="mod">
          <ac:chgData name="Bogdan Đukić" userId="bcc66d97-5aa8-4e45-b6c4-9eed004170c6" providerId="ADAL" clId="{56CE0CBD-4C25-4617-81FC-D9922B91516F}" dt="2026-07-02T00:50:02.483" v="626"/>
          <ac:spMkLst>
            <pc:docMk/>
            <pc:sldMk cId="3071942723" sldId="349"/>
            <ac:spMk id="2" creationId="{9DE2CAE1-4C4E-8AAA-19BC-848D56E99C3F}"/>
          </ac:spMkLst>
        </pc:spChg>
        <pc:spChg chg="mod">
          <ac:chgData name="Bogdan Đukić" userId="bcc66d97-5aa8-4e45-b6c4-9eed004170c6" providerId="ADAL" clId="{56CE0CBD-4C25-4617-81FC-D9922B91516F}" dt="2026-07-02T10:42:19.573" v="883"/>
          <ac:spMkLst>
            <pc:docMk/>
            <pc:sldMk cId="3071942723" sldId="349"/>
            <ac:spMk id="4" creationId="{4A91595B-54BB-4F92-BE35-463DCEDB947E}"/>
          </ac:spMkLst>
        </pc:spChg>
        <pc:spChg chg="mod">
          <ac:chgData name="Bogdan Đukić" userId="bcc66d97-5aa8-4e45-b6c4-9eed004170c6" providerId="ADAL" clId="{56CE0CBD-4C25-4617-81FC-D9922B91516F}" dt="2026-07-02T00:30:19.403" v="561" actId="20577"/>
          <ac:spMkLst>
            <pc:docMk/>
            <pc:sldMk cId="3071942723" sldId="349"/>
            <ac:spMk id="5" creationId="{2A6BD6E1-57B8-49BC-BA09-7EF99058901D}"/>
          </ac:spMkLst>
        </pc:spChg>
        <pc:spChg chg="del mod">
          <ac:chgData name="Bogdan Đukić" userId="bcc66d97-5aa8-4e45-b6c4-9eed004170c6" providerId="ADAL" clId="{56CE0CBD-4C25-4617-81FC-D9922B91516F}" dt="2026-07-02T00:28:46.811" v="540" actId="21"/>
          <ac:spMkLst>
            <pc:docMk/>
            <pc:sldMk cId="3071942723" sldId="349"/>
            <ac:spMk id="13" creationId="{9E67AD7D-99A9-4AAB-AFA6-5C7C4309D86B}"/>
          </ac:spMkLst>
        </pc:spChg>
        <pc:spChg chg="mod">
          <ac:chgData name="Bogdan Đukić" userId="bcc66d97-5aa8-4e45-b6c4-9eed004170c6" providerId="ADAL" clId="{56CE0CBD-4C25-4617-81FC-D9922B91516F}" dt="2026-07-02T10:41:43.908" v="873" actId="1076"/>
          <ac:spMkLst>
            <pc:docMk/>
            <pc:sldMk cId="3071942723" sldId="349"/>
            <ac:spMk id="14" creationId="{2A163681-0958-423F-8109-3E4FE6EC106F}"/>
          </ac:spMkLst>
        </pc:spChg>
        <pc:spChg chg="mod">
          <ac:chgData name="Bogdan Đukić" userId="bcc66d97-5aa8-4e45-b6c4-9eed004170c6" providerId="ADAL" clId="{56CE0CBD-4C25-4617-81FC-D9922B91516F}" dt="2026-07-02T10:42:01.240" v="876" actId="1076"/>
          <ac:spMkLst>
            <pc:docMk/>
            <pc:sldMk cId="3071942723" sldId="349"/>
            <ac:spMk id="15" creationId="{60292F6B-D8AD-4B64-ABBA-718368A494A8}"/>
          </ac:spMkLst>
        </pc:spChg>
        <pc:spChg chg="mod">
          <ac:chgData name="Bogdan Đukić" userId="bcc66d97-5aa8-4e45-b6c4-9eed004170c6" providerId="ADAL" clId="{56CE0CBD-4C25-4617-81FC-D9922B91516F}" dt="2026-07-02T10:41:53.248" v="874" actId="1076"/>
          <ac:spMkLst>
            <pc:docMk/>
            <pc:sldMk cId="3071942723" sldId="349"/>
            <ac:spMk id="16" creationId="{1DB25A97-DA1C-4CBE-89A1-471483AC0E5A}"/>
          </ac:spMkLst>
        </pc:spChg>
        <pc:spChg chg="mod">
          <ac:chgData name="Bogdan Đukić" userId="bcc66d97-5aa8-4e45-b6c4-9eed004170c6" providerId="ADAL" clId="{56CE0CBD-4C25-4617-81FC-D9922B91516F}" dt="2026-07-02T10:42:09.539" v="882" actId="20577"/>
          <ac:spMkLst>
            <pc:docMk/>
            <pc:sldMk cId="3071942723" sldId="349"/>
            <ac:spMk id="17" creationId="{FA07A20D-791D-4BE9-83E1-D7F490AAED95}"/>
          </ac:spMkLst>
        </pc:spChg>
        <pc:spChg chg="mod">
          <ac:chgData name="Bogdan Đukić" userId="bcc66d97-5aa8-4e45-b6c4-9eed004170c6" providerId="ADAL" clId="{56CE0CBD-4C25-4617-81FC-D9922B91516F}" dt="2026-07-02T00:30:56.106" v="562" actId="207"/>
          <ac:spMkLst>
            <pc:docMk/>
            <pc:sldMk cId="3071942723" sldId="349"/>
            <ac:spMk id="18" creationId="{CCB41DDE-5102-43DA-AD01-8252699B5895}"/>
          </ac:spMkLst>
        </pc:spChg>
        <pc:spChg chg="add mod">
          <ac:chgData name="Bogdan Đukić" userId="bcc66d97-5aa8-4e45-b6c4-9eed004170c6" providerId="ADAL" clId="{56CE0CBD-4C25-4617-81FC-D9922B91516F}" dt="2026-07-02T10:41:56.968" v="875" actId="1076"/>
          <ac:spMkLst>
            <pc:docMk/>
            <pc:sldMk cId="3071942723" sldId="349"/>
            <ac:spMk id="19" creationId="{21119601-C027-EBF5-92E3-90844D49E56D}"/>
          </ac:spMkLst>
        </pc:spChg>
        <pc:picChg chg="del mod">
          <ac:chgData name="Bogdan Đukić" userId="bcc66d97-5aa8-4e45-b6c4-9eed004170c6" providerId="ADAL" clId="{56CE0CBD-4C25-4617-81FC-D9922B91516F}" dt="2026-07-02T10:41:24.495" v="861" actId="478"/>
          <ac:picMkLst>
            <pc:docMk/>
            <pc:sldMk cId="3071942723" sldId="349"/>
            <ac:picMk id="3" creationId="{B43BFAEF-F8A6-6413-6382-4F6C8520701A}"/>
          </ac:picMkLst>
        </pc:picChg>
        <pc:picChg chg="add mod ord">
          <ac:chgData name="Bogdan Đukić" userId="bcc66d97-5aa8-4e45-b6c4-9eed004170c6" providerId="ADAL" clId="{56CE0CBD-4C25-4617-81FC-D9922B91516F}" dt="2026-07-02T10:41:30.900" v="870" actId="171"/>
          <ac:picMkLst>
            <pc:docMk/>
            <pc:sldMk cId="3071942723" sldId="349"/>
            <ac:picMk id="13" creationId="{F582A252-B328-5834-E950-4C735622077B}"/>
          </ac:picMkLst>
        </pc:picChg>
      </pc:sldChg>
      <pc:sldChg chg="add del">
        <pc:chgData name="Bogdan Đukić" userId="bcc66d97-5aa8-4e45-b6c4-9eed004170c6" providerId="ADAL" clId="{56CE0CBD-4C25-4617-81FC-D9922B91516F}" dt="2026-07-02T09:56:51.726" v="741"/>
        <pc:sldMkLst>
          <pc:docMk/>
          <pc:sldMk cId="2694589663" sldId="350"/>
        </pc:sldMkLst>
      </pc:sldChg>
      <pc:sldChg chg="add del">
        <pc:chgData name="Bogdan Đukić" userId="bcc66d97-5aa8-4e45-b6c4-9eed004170c6" providerId="ADAL" clId="{56CE0CBD-4C25-4617-81FC-D9922B91516F}" dt="2026-07-02T09:56:50.954" v="740"/>
        <pc:sldMkLst>
          <pc:docMk/>
          <pc:sldMk cId="1834085838" sldId="351"/>
        </pc:sldMkLst>
      </pc:sldChg>
      <pc:sldMasterChg chg="del delSldLayout">
        <pc:chgData name="Bogdan Đukić" userId="bcc66d97-5aa8-4e45-b6c4-9eed004170c6" providerId="ADAL" clId="{56CE0CBD-4C25-4617-81FC-D9922B91516F}" dt="2026-07-01T22:44:05.837" v="26"/>
        <pc:sldMasterMkLst>
          <pc:docMk/>
          <pc:sldMasterMk cId="2768849038" sldId="2147483660"/>
        </pc:sldMasterMkLst>
        <pc:sldLayoutChg chg="del">
          <pc:chgData name="Bogdan Đukić" userId="bcc66d97-5aa8-4e45-b6c4-9eed004170c6" providerId="ADAL" clId="{56CE0CBD-4C25-4617-81FC-D9922B91516F}" dt="2026-07-01T22:44:05.504" v="1"/>
          <pc:sldLayoutMkLst>
            <pc:docMk/>
            <pc:sldMasterMk cId="2768849038" sldId="2147483660"/>
            <pc:sldLayoutMk cId="1151746138" sldId="2147483661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219327049" sldId="2147483662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3332993733" sldId="2147483663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999621691" sldId="2147483664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1337476017" sldId="2147483665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1307546782" sldId="2147483666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2799842099" sldId="2147483667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3676740826" sldId="2147483668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116017357" sldId="2147483669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401388330" sldId="2147483670"/>
          </pc:sldLayoutMkLst>
        </pc:sldLayoutChg>
        <pc:sldLayoutChg chg="del">
          <pc:chgData name="Bogdan Đukić" userId="bcc66d97-5aa8-4e45-b6c4-9eed004170c6" providerId="ADAL" clId="{56CE0CBD-4C25-4617-81FC-D9922B91516F}" dt="2026-07-01T22:44:05.837" v="26"/>
          <pc:sldLayoutMkLst>
            <pc:docMk/>
            <pc:sldMasterMk cId="2768849038" sldId="2147483660"/>
            <pc:sldLayoutMk cId="2337161795" sldId="2147483671"/>
          </pc:sldLayoutMkLst>
        </pc:sldLayoutChg>
      </pc:sldMasterChg>
      <pc:sldMasterChg chg="add addSldLayout">
        <pc:chgData name="Bogdan Đukić" userId="bcc66d97-5aa8-4e45-b6c4-9eed004170c6" providerId="ADAL" clId="{56CE0CBD-4C25-4617-81FC-D9922B91516F}" dt="2026-07-01T22:44:05.487" v="0"/>
        <pc:sldMasterMkLst>
          <pc:docMk/>
          <pc:sldMasterMk cId="2768849038" sldId="2147483672"/>
        </pc:sldMasterMkLst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151746138" sldId="2147483673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219327049" sldId="2147483674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3332993733" sldId="2147483675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999621691" sldId="2147483676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337476017" sldId="2147483677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1307546782" sldId="2147483678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2799842099" sldId="2147483679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3676740826" sldId="2147483680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116017357" sldId="2147483681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401388330" sldId="2147483682"/>
          </pc:sldLayoutMkLst>
        </pc:sldLayoutChg>
        <pc:sldLayoutChg chg="add">
          <pc:chgData name="Bogdan Đukić" userId="bcc66d97-5aa8-4e45-b6c4-9eed004170c6" providerId="ADAL" clId="{56CE0CBD-4C25-4617-81FC-D9922B91516F}" dt="2026-07-01T22:44:05.487" v="0"/>
          <pc:sldLayoutMkLst>
            <pc:docMk/>
            <pc:sldMasterMk cId="2768849038" sldId="2147483672"/>
            <pc:sldLayoutMk cId="2337161795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37DE-1B8A-2063-F0FB-8A3B0D8E4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4695C-108F-F0D1-167F-62248B738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27958-7675-7207-9798-D095CBB1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41C7-D98A-6827-1BBD-222D9A97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0FF-4887-562C-13B5-6F726DE4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2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5B80-9F6F-FE9C-605A-9B01A29F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253F-EDEA-E4CD-A571-8DF930DE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252D6-5BAC-F13B-E61F-1B035791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F00C3-EBEE-6BDC-B0BD-0263539D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4BD01-5F77-DD1D-C717-90D2803A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1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6C50-3362-14D9-6428-F218D8B5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DD68E-246F-731B-1FA8-5B6986CE1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8E608-BAE8-7477-0E83-0AF94DB0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3E98-8F64-A24B-0F59-D57EBAB1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BBA6B-7FF2-6275-0925-73EC37B5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D204-273F-D8A9-8C4E-C4537269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7EC6-28D1-F605-E4B4-0D062593D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069E7-1934-BE46-C1CF-B78252B37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D4D67-ECA4-CDDE-8183-EB17430D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1EB72-4ED8-FF4C-2CA9-EF6D03671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74176-E0AF-EC93-2109-8FF7B2C1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9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7CA9-B7BD-C676-92EC-792A7E0A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75FA8-A4F0-0D11-2197-0292DADD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73401-CECC-D601-8B63-C90CBD4F4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45B07-764F-7D7D-1004-A33D8C2EE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C0CBE-F13E-F9F3-BAC6-0D1E158A0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128F5-D486-384F-A725-3A6A462F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7B563-3CA6-7506-19CC-1FA97C4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FD9DA-2485-0588-DA3C-540857AE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F841-8296-144C-4569-0131B6F0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3119D-7D2F-88B1-B695-02F21918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DF2D5-804E-E4D3-24B1-A899F4F0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72D8A-D98E-DB5C-10EE-571EFDF6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5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509D7-6927-77EC-5F1C-9F511B6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98E4C-28FB-BAB0-11CC-ABD7518B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D4850-9699-8E4D-E84A-8747B35F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0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478E-20F0-A85E-E8A0-19A9F37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3E0-8E03-9649-0F0A-CC716E547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54CB5-0EA1-773F-97E9-E5825A485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2AF2-6350-31C7-AEA8-FB8952DF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B18F2-CC14-1861-99FB-7AD2AC15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903AC-AF00-9A21-DDBB-4D4343A8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4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6375-E0DE-8949-C035-93B30BF3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11BBF-681F-3A1F-B023-14FD37CEC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1A5F-B4FD-8AAC-BB76-247040E2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06087-2B5C-7455-897B-92EB2D29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382F3-2165-1E48-9DC0-F355743C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77824-B7DC-8B52-9F2A-152C6D4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0C05-FBAE-8B1A-A63B-C392B459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5EE11-A8DE-578C-5727-4DFCFF6C1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CA3F-C2A2-54A0-2DAA-E1C4F6AE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CB33-4091-007D-FBB5-2CFA8781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571C8-EF50-9092-0B28-9C248049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1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E0C70-4AE4-FE19-3084-033EE4A6A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6D855-9D9B-8DA3-8AFC-1394612C4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4864-44D4-D6F6-A3BF-DCD7C180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A973-4FCF-C0EE-7140-A644A13D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A641-4E24-DAB9-CEA9-04B9782A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3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BE7A3-F775-B907-5D46-FA094EF4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454B-0A86-B4A4-9C1F-E8F4C433D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6D0F-EF6C-9557-7005-6F205D362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8A029-A9CD-4072-0298-75F0655EB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6DDC2-C26C-725C-285B-F73BC8F92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DC887-5642-7844-D9C2-1664F3D17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sr-Latn-RS" sz="4400" b="1" dirty="0"/>
              <a:t>Vizuelno razumevanje scene kroz neurosimboličko rezonovanje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88421C1-F9EC-1C68-05F7-5D8BA0CAD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sr-Latn-RS" sz="1800" b="1" dirty="0"/>
              <a:t>Diplomski rad</a:t>
            </a:r>
          </a:p>
          <a:p>
            <a:pPr algn="ctr">
              <a:buNone/>
            </a:pPr>
            <a:r>
              <a:rPr lang="en-US" sz="1600" dirty="0"/>
              <a:t>Bogdan </a:t>
            </a:r>
            <a:r>
              <a:rPr lang="sr-Latn-RS" sz="1600" dirty="0"/>
              <a:t>Đukić, RA98/2021</a:t>
            </a:r>
          </a:p>
          <a:p>
            <a:pPr algn="ctr">
              <a:buNone/>
            </a:pPr>
            <a:r>
              <a:rPr lang="sr-Latn-RS" sz="1600" dirty="0"/>
              <a:t>Mentor: dr. Milan Segedinac</a:t>
            </a:r>
          </a:p>
          <a:p>
            <a:pPr algn="ctr">
              <a:buNone/>
            </a:pPr>
            <a:r>
              <a:rPr lang="sr-Latn-RS" sz="1600" dirty="0"/>
              <a:t>Univerzitet u Novom Sadu, Fakultet tehničkih nauka</a:t>
            </a:r>
          </a:p>
        </p:txBody>
      </p:sp>
    </p:spTree>
    <p:extLst>
      <p:ext uri="{BB962C8B-B14F-4D97-AF65-F5344CB8AC3E}">
        <p14:creationId xmlns:p14="http://schemas.microsoft.com/office/powerpoint/2010/main" val="37650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D8DB-A599-A3AE-D588-5599CEEF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RS" sz="4000" b="1" dirty="0"/>
              <a:t>Problem: Vizuelno odgovaranje na pitanja (VQA)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DF7D3-588E-CEF2-E96F-5649E33C5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2448136"/>
            <a:ext cx="5181600" cy="225806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sr-Latn-RS" sz="1800" dirty="0"/>
              <a:t>Ulaz: slika + pitanje na prirodnom jeziku → Izlaz: odgovor (broj / da-ne / atribut)</a:t>
            </a:r>
          </a:p>
          <a:p>
            <a:pPr marL="285750" indent="-285750">
              <a:buFont typeface="Arial"/>
              <a:buChar char="•"/>
            </a:pPr>
            <a:r>
              <a:rPr lang="sr-Latn-RS" sz="1800" dirty="0"/>
              <a:t>Potpuno neuronski modeli: visoka tačnost, ali </a:t>
            </a:r>
            <a:r>
              <a:rPr lang="sr-Latn-RS" sz="1800" b="1" dirty="0">
                <a:solidFill>
                  <a:schemeClr val="accent3"/>
                </a:solidFill>
              </a:rPr>
              <a:t>crna kutija</a:t>
            </a:r>
          </a:p>
          <a:p>
            <a:pPr marL="285750" indent="-285750">
              <a:buFont typeface="Arial"/>
              <a:buChar char="•"/>
            </a:pPr>
            <a:r>
              <a:rPr lang="sr-Latn-RS" sz="1800" b="1" dirty="0">
                <a:solidFill>
                  <a:srgbClr val="FF0000"/>
                </a:solidFill>
              </a:rPr>
              <a:t>Problem: kada model pogreši </a:t>
            </a:r>
            <a:r>
              <a:rPr lang="en-US" sz="1800" b="1" dirty="0">
                <a:solidFill>
                  <a:srgbClr val="FF0000"/>
                </a:solidFill>
              </a:rPr>
              <a:t>-</a:t>
            </a:r>
            <a:r>
              <a:rPr lang="sr-Latn-RS" sz="1800" b="1" dirty="0">
                <a:solidFill>
                  <a:srgbClr val="FF0000"/>
                </a:solidFill>
              </a:rPr>
              <a:t> gde je nastala greška?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BFAEF-F8A6-6413-6382-4F6C8520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968500"/>
            <a:ext cx="4826000" cy="3217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2AB9B4-5348-4993-B7A8-BB4EF10A86D3}"/>
              </a:ext>
            </a:extLst>
          </p:cNvPr>
          <p:cNvSpPr txBox="1"/>
          <p:nvPr/>
        </p:nvSpPr>
        <p:spPr>
          <a:xfrm>
            <a:off x="838200" y="5270500"/>
            <a:ext cx="5181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sr-Latn-RS" sz="1500" i="1" dirty="0"/>
              <a:t>Pitanje: "How many cylinders are there in the image?"  →  Odgovor: 3</a:t>
            </a:r>
          </a:p>
        </p:txBody>
      </p:sp>
    </p:spTree>
    <p:extLst>
      <p:ext uri="{BB962C8B-B14F-4D97-AF65-F5344CB8AC3E}">
        <p14:creationId xmlns:p14="http://schemas.microsoft.com/office/powerpoint/2010/main" val="397799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660A-7DB6-0654-FD87-7A5980B3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RS" b="1" dirty="0"/>
              <a:t>Rešenje: neurosimbolički pristup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2A5759-F51D-461F-8414-326DC2018C6D}"/>
              </a:ext>
            </a:extLst>
          </p:cNvPr>
          <p:cNvSpPr/>
          <p:nvPr/>
        </p:nvSpPr>
        <p:spPr>
          <a:xfrm>
            <a:off x="797560" y="2444750"/>
            <a:ext cx="4826000" cy="1206500"/>
          </a:xfrm>
          <a:prstGeom prst="rect">
            <a:avLst/>
          </a:prstGeom>
          <a:solidFill>
            <a:srgbClr val="EDEFF3"/>
          </a:solidFill>
          <a:ln w="2540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PERCEPCIJA</a:t>
            </a:r>
            <a:r>
              <a:rPr lang="en-US" dirty="0">
                <a:solidFill>
                  <a:srgbClr val="1A1F2E"/>
                </a:solidFill>
              </a:rPr>
              <a:t>
</a:t>
            </a:r>
            <a:r>
              <a:rPr lang="en-US" dirty="0" err="1">
                <a:solidFill>
                  <a:srgbClr val="1A1F2E"/>
                </a:solidFill>
              </a:rPr>
              <a:t>slika</a:t>
            </a:r>
            <a:r>
              <a:rPr lang="en-US" dirty="0">
                <a:solidFill>
                  <a:srgbClr val="1A1F2E"/>
                </a:solidFill>
              </a:rPr>
              <a:t> → </a:t>
            </a:r>
            <a:r>
              <a:rPr lang="en-US" b="1" dirty="0" err="1">
                <a:solidFill>
                  <a:srgbClr val="FF0000"/>
                </a:solidFill>
              </a:rPr>
              <a:t>graf</a:t>
            </a:r>
            <a:r>
              <a:rPr lang="en-US" b="1" dirty="0">
                <a:solidFill>
                  <a:srgbClr val="FF0000"/>
                </a:solidFill>
              </a:rPr>
              <a:t> scene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164291-A8D7-4979-AEFA-14722874A6F0}"/>
              </a:ext>
            </a:extLst>
          </p:cNvPr>
          <p:cNvSpPr/>
          <p:nvPr/>
        </p:nvSpPr>
        <p:spPr>
          <a:xfrm>
            <a:off x="6527800" y="2444750"/>
            <a:ext cx="4826000" cy="1206500"/>
          </a:xfrm>
          <a:prstGeom prst="rect">
            <a:avLst/>
          </a:prstGeom>
          <a:solidFill>
            <a:srgbClr val="EDEFF3"/>
          </a:solidFill>
          <a:ln w="2540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200" b="1" dirty="0">
                <a:solidFill>
                  <a:schemeClr val="accent2"/>
                </a:solidFill>
              </a:rPr>
              <a:t>REZONOVANJE</a:t>
            </a:r>
            <a:r>
              <a:rPr lang="en-US" dirty="0">
                <a:solidFill>
                  <a:srgbClr val="1A1F2E"/>
                </a:solidFill>
              </a:rPr>
              <a:t>
</a:t>
            </a:r>
            <a:r>
              <a:rPr lang="en-US" dirty="0" err="1">
                <a:solidFill>
                  <a:srgbClr val="1A1F2E"/>
                </a:solidFill>
              </a:rPr>
              <a:t>pitanje</a:t>
            </a:r>
            <a:r>
              <a:rPr lang="en-US" dirty="0">
                <a:solidFill>
                  <a:srgbClr val="1A1F2E"/>
                </a:solidFill>
              </a:rPr>
              <a:t> → </a:t>
            </a:r>
            <a:r>
              <a:rPr lang="en-US" b="1" dirty="0">
                <a:solidFill>
                  <a:srgbClr val="FF0000"/>
                </a:solidFill>
              </a:rPr>
              <a:t>DSL program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1E17AF1-805A-4256-9C85-F6E3097D688C}"/>
              </a:ext>
            </a:extLst>
          </p:cNvPr>
          <p:cNvSpPr/>
          <p:nvPr/>
        </p:nvSpPr>
        <p:spPr>
          <a:xfrm>
            <a:off x="2844800" y="3689350"/>
            <a:ext cx="508000" cy="457200"/>
          </a:xfrm>
          <a:prstGeom prst="down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A1FF810-A6EB-4C56-8AD9-D2E174E8875F}"/>
              </a:ext>
            </a:extLst>
          </p:cNvPr>
          <p:cNvSpPr/>
          <p:nvPr/>
        </p:nvSpPr>
        <p:spPr>
          <a:xfrm>
            <a:off x="8686800" y="3689350"/>
            <a:ext cx="508000" cy="457200"/>
          </a:xfrm>
          <a:prstGeom prst="down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3D067E-7DC7-482D-B214-0BEFA6E49BFD}"/>
              </a:ext>
            </a:extLst>
          </p:cNvPr>
          <p:cNvSpPr/>
          <p:nvPr/>
        </p:nvSpPr>
        <p:spPr>
          <a:xfrm>
            <a:off x="2286000" y="4197350"/>
            <a:ext cx="7620000" cy="1079500"/>
          </a:xfrm>
          <a:prstGeom prst="rect">
            <a:avLst/>
          </a:prstGeom>
          <a:solidFill>
            <a:srgbClr val="F3F4F6"/>
          </a:solidFill>
          <a:ln w="15875" cap="flat" cmpd="sng" algn="ctr">
            <a:solidFill>
              <a:srgbClr val="1A1F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2000" b="1" dirty="0" err="1">
                <a:solidFill>
                  <a:srgbClr val="1A1F2E"/>
                </a:solidFill>
              </a:rPr>
              <a:t>Simboličko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izvršavanje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programa</a:t>
            </a:r>
            <a:r>
              <a:rPr lang="en-US" sz="2000" b="1" dirty="0">
                <a:solidFill>
                  <a:srgbClr val="1A1F2E"/>
                </a:solidFill>
              </a:rPr>
              <a:t>
</a:t>
            </a:r>
            <a:r>
              <a:rPr lang="en-US" sz="2000" b="1" dirty="0" err="1">
                <a:solidFill>
                  <a:srgbClr val="1A1F2E"/>
                </a:solidFill>
              </a:rPr>
              <a:t>nad</a:t>
            </a:r>
            <a:r>
              <a:rPr lang="en-US" sz="2000" b="1" dirty="0">
                <a:solidFill>
                  <a:srgbClr val="1A1F2E"/>
                </a:solidFill>
              </a:rPr>
              <a:t> </a:t>
            </a:r>
            <a:r>
              <a:rPr lang="en-US" sz="2000" b="1" dirty="0" err="1">
                <a:solidFill>
                  <a:srgbClr val="1A1F2E"/>
                </a:solidFill>
              </a:rPr>
              <a:t>grafom</a:t>
            </a:r>
            <a:r>
              <a:rPr lang="en-US" sz="2000" b="1" dirty="0">
                <a:solidFill>
                  <a:srgbClr val="1A1F2E"/>
                </a:solidFill>
              </a:rPr>
              <a:t> scene → </a:t>
            </a:r>
            <a:r>
              <a:rPr lang="en-US" sz="2000" b="1" dirty="0" err="1">
                <a:solidFill>
                  <a:srgbClr val="1A1F2E"/>
                </a:solidFill>
              </a:rPr>
              <a:t>odgovor</a:t>
            </a:r>
            <a:endParaRPr lang="en-US" sz="2000" b="1" dirty="0">
              <a:solidFill>
                <a:srgbClr val="1A1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8501-A523-BE43-8706-2FB87A12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Arhitektura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674F3-49BE-412D-9AF9-7A557F1EFAA5}"/>
              </a:ext>
            </a:extLst>
          </p:cNvPr>
          <p:cNvSpPr txBox="1"/>
          <p:nvPr/>
        </p:nvSpPr>
        <p:spPr>
          <a:xfrm>
            <a:off x="508000" y="18415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D4ED8"/>
                </a:solidFill>
              </a:rPr>
              <a:t>PERCEPCIJA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32EFF-7BCB-47D0-90EA-35D44F94C33F}"/>
              </a:ext>
            </a:extLst>
          </p:cNvPr>
          <p:cNvSpPr txBox="1"/>
          <p:nvPr/>
        </p:nvSpPr>
        <p:spPr>
          <a:xfrm>
            <a:off x="508000" y="3835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5803D"/>
                </a:solidFill>
              </a:rPr>
              <a:t>REZONOVANJE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B08347-00AD-4661-AF47-E5C71B97B8A9}"/>
              </a:ext>
            </a:extLst>
          </p:cNvPr>
          <p:cNvSpPr/>
          <p:nvPr/>
        </p:nvSpPr>
        <p:spPr>
          <a:xfrm>
            <a:off x="508000" y="2159000"/>
            <a:ext cx="1778000" cy="1524000"/>
          </a:xfrm>
          <a:prstGeom prst="rect">
            <a:avLst/>
          </a:prstGeom>
          <a:solidFill>
            <a:srgbClr val="F3F4F6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Ulazna</a:t>
            </a:r>
            <a:r>
              <a:rPr lang="en-US" sz="1600" b="1" dirty="0">
                <a:solidFill>
                  <a:srgbClr val="1A1F2E"/>
                </a:solidFill>
              </a:rPr>
              <a:t> </a:t>
            </a:r>
            <a:r>
              <a:rPr lang="en-US" sz="1600" b="1" dirty="0" err="1">
                <a:solidFill>
                  <a:srgbClr val="1A1F2E"/>
                </a:solidFill>
              </a:rPr>
              <a:t>slika</a:t>
            </a:r>
            <a:endParaRPr lang="en-US" sz="1600" b="1" dirty="0">
              <a:solidFill>
                <a:srgbClr val="1A1F2E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3E6B0D-5450-4CA4-8F81-B59AE5308CB6}"/>
              </a:ext>
            </a:extLst>
          </p:cNvPr>
          <p:cNvSpPr/>
          <p:nvPr/>
        </p:nvSpPr>
        <p:spPr>
          <a:xfrm>
            <a:off x="2286000" y="2705100"/>
            <a:ext cx="508000" cy="431800"/>
          </a:xfrm>
          <a:prstGeom prst="right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140E1C-14F2-4DE3-BC35-1F908A34FC0B}"/>
              </a:ext>
            </a:extLst>
          </p:cNvPr>
          <p:cNvSpPr/>
          <p:nvPr/>
        </p:nvSpPr>
        <p:spPr>
          <a:xfrm>
            <a:off x="2794000" y="2159000"/>
            <a:ext cx="3556000" cy="1524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A1F2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F2827-3815-4FA3-A678-F307B048B9DB}"/>
              </a:ext>
            </a:extLst>
          </p:cNvPr>
          <p:cNvSpPr txBox="1"/>
          <p:nvPr/>
        </p:nvSpPr>
        <p:spPr>
          <a:xfrm>
            <a:off x="2794000" y="2235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D4ED8"/>
                </a:solidFill>
              </a:rPr>
              <a:t>Perceptivni modul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8B25DF-E5C6-4513-B85C-CED5092B0406}"/>
              </a:ext>
            </a:extLst>
          </p:cNvPr>
          <p:cNvSpPr/>
          <p:nvPr/>
        </p:nvSpPr>
        <p:spPr>
          <a:xfrm>
            <a:off x="2946400" y="25908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YOLOv8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063B6C-2FDE-4679-A4AF-7AD738A505A0}"/>
              </a:ext>
            </a:extLst>
          </p:cNvPr>
          <p:cNvSpPr/>
          <p:nvPr/>
        </p:nvSpPr>
        <p:spPr>
          <a:xfrm>
            <a:off x="4610100" y="25908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FastSAM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8E6EE4-26AB-492A-885E-D99E34A8FCC2}"/>
              </a:ext>
            </a:extLst>
          </p:cNvPr>
          <p:cNvSpPr/>
          <p:nvPr/>
        </p:nvSpPr>
        <p:spPr>
          <a:xfrm>
            <a:off x="2946400" y="31496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MiDaS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D6364A-1115-4F22-9D84-7A3F2F6C56C7}"/>
              </a:ext>
            </a:extLst>
          </p:cNvPr>
          <p:cNvSpPr/>
          <p:nvPr/>
        </p:nvSpPr>
        <p:spPr>
          <a:xfrm>
            <a:off x="4610100" y="3149600"/>
            <a:ext cx="1587500" cy="4572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1A1F2E"/>
                </a:solidFill>
              </a:rPr>
              <a:t>CLIP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634EF96-83E9-4AC7-BDD5-93D7BF12114A}"/>
              </a:ext>
            </a:extLst>
          </p:cNvPr>
          <p:cNvSpPr/>
          <p:nvPr/>
        </p:nvSpPr>
        <p:spPr>
          <a:xfrm>
            <a:off x="6350000" y="2705100"/>
            <a:ext cx="508000" cy="431800"/>
          </a:xfrm>
          <a:prstGeom prst="rightArrow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48E4A1-AE9A-43CD-8C6B-A97E2A2B637E}"/>
              </a:ext>
            </a:extLst>
          </p:cNvPr>
          <p:cNvSpPr/>
          <p:nvPr/>
        </p:nvSpPr>
        <p:spPr>
          <a:xfrm>
            <a:off x="6858000" y="2159000"/>
            <a:ext cx="2032000" cy="1524000"/>
          </a:xfrm>
          <a:prstGeom prst="rect">
            <a:avLst/>
          </a:prstGeom>
          <a:solidFill>
            <a:srgbClr val="F3F4F6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A1F2E"/>
                </a:solidFill>
              </a:rPr>
              <a:t>Graf scene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839696-C453-478C-AE3F-832C6F8B176B}"/>
              </a:ext>
            </a:extLst>
          </p:cNvPr>
          <p:cNvSpPr/>
          <p:nvPr/>
        </p:nvSpPr>
        <p:spPr>
          <a:xfrm>
            <a:off x="508000" y="4191000"/>
            <a:ext cx="1778000" cy="889000"/>
          </a:xfrm>
          <a:prstGeom prst="rect">
            <a:avLst/>
          </a:prstGeom>
          <a:solidFill>
            <a:srgbClr val="F3F4F6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Pitanje</a:t>
            </a:r>
            <a:endParaRPr lang="en-US" sz="1600" b="1" dirty="0">
              <a:solidFill>
                <a:srgbClr val="1A1F2E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D488407-9559-4B13-AFB8-18EA56FFCC6A}"/>
              </a:ext>
            </a:extLst>
          </p:cNvPr>
          <p:cNvSpPr/>
          <p:nvPr/>
        </p:nvSpPr>
        <p:spPr>
          <a:xfrm>
            <a:off x="2286000" y="4419600"/>
            <a:ext cx="508000" cy="4318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3C031E-015B-424F-A118-A269D15A901D}"/>
              </a:ext>
            </a:extLst>
          </p:cNvPr>
          <p:cNvSpPr/>
          <p:nvPr/>
        </p:nvSpPr>
        <p:spPr>
          <a:xfrm>
            <a:off x="2794000" y="4191000"/>
            <a:ext cx="3556000" cy="889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500" b="1" dirty="0">
                <a:solidFill>
                  <a:srgbClr val="1A1F2E"/>
                </a:solidFill>
              </a:rPr>
              <a:t>T5-small (fine-tuned)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61CD16-DC93-4A42-8D1C-FC2F9B539E8C}"/>
              </a:ext>
            </a:extLst>
          </p:cNvPr>
          <p:cNvSpPr/>
          <p:nvPr/>
        </p:nvSpPr>
        <p:spPr>
          <a:xfrm>
            <a:off x="6350000" y="4419600"/>
            <a:ext cx="508000" cy="431800"/>
          </a:xfrm>
          <a:prstGeom prst="rightArrow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65650C-7C55-4168-B874-7FA9AACC8002}"/>
              </a:ext>
            </a:extLst>
          </p:cNvPr>
          <p:cNvSpPr/>
          <p:nvPr/>
        </p:nvSpPr>
        <p:spPr>
          <a:xfrm>
            <a:off x="6858000" y="4191000"/>
            <a:ext cx="2032000" cy="889000"/>
          </a:xfrm>
          <a:prstGeom prst="rect">
            <a:avLst/>
          </a:prstGeom>
          <a:solidFill>
            <a:srgbClr val="F3F4F6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1A1F2E"/>
                </a:solidFill>
              </a:rPr>
              <a:t>DSL program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090D3C3-64B9-4D30-B7DE-97928EA7F9E0}"/>
              </a:ext>
            </a:extLst>
          </p:cNvPr>
          <p:cNvSpPr/>
          <p:nvPr/>
        </p:nvSpPr>
        <p:spPr>
          <a:xfrm>
            <a:off x="8890000" y="2705100"/>
            <a:ext cx="508000" cy="431800"/>
          </a:xfrm>
          <a:prstGeom prst="rightArrow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350DF61-AE38-45E8-BEFF-F83209B1680C}"/>
              </a:ext>
            </a:extLst>
          </p:cNvPr>
          <p:cNvSpPr/>
          <p:nvPr/>
        </p:nvSpPr>
        <p:spPr>
          <a:xfrm>
            <a:off x="8890000" y="4419600"/>
            <a:ext cx="508000" cy="431800"/>
          </a:xfrm>
          <a:prstGeom prst="rightArrow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24BE11-DB53-4B6B-8985-A8EFDA43ACD9}"/>
              </a:ext>
            </a:extLst>
          </p:cNvPr>
          <p:cNvSpPr/>
          <p:nvPr/>
        </p:nvSpPr>
        <p:spPr>
          <a:xfrm>
            <a:off x="9398000" y="2159000"/>
            <a:ext cx="2286000" cy="2921000"/>
          </a:xfrm>
          <a:prstGeom prst="rect">
            <a:avLst/>
          </a:prstGeom>
          <a:solidFill>
            <a:srgbClr val="EDEFF3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sz="1600" b="1" dirty="0" err="1">
                <a:solidFill>
                  <a:srgbClr val="1A1F2E"/>
                </a:solidFill>
              </a:rPr>
              <a:t>Simbolički</a:t>
            </a:r>
            <a:r>
              <a:rPr lang="en-US" sz="1600" b="1" dirty="0">
                <a:solidFill>
                  <a:srgbClr val="1A1F2E"/>
                </a:solidFill>
              </a:rPr>
              <a:t> </a:t>
            </a:r>
            <a:r>
              <a:rPr lang="en-US" sz="1600" b="1" dirty="0" err="1">
                <a:solidFill>
                  <a:srgbClr val="1A1F2E"/>
                </a:solidFill>
              </a:rPr>
              <a:t>izvršilac</a:t>
            </a:r>
            <a:r>
              <a:rPr lang="en-US" sz="1600" b="1" dirty="0">
                <a:solidFill>
                  <a:srgbClr val="1A1F2E"/>
                </a:solidFill>
              </a:rPr>
              <a:t>
(</a:t>
            </a:r>
            <a:r>
              <a:rPr lang="en-US" sz="1600" b="1" dirty="0" err="1">
                <a:solidFill>
                  <a:srgbClr val="1A1F2E"/>
                </a:solidFill>
              </a:rPr>
              <a:t>deterministički</a:t>
            </a:r>
            <a:r>
              <a:rPr lang="en-US" sz="1600" b="1" dirty="0">
                <a:solidFill>
                  <a:srgbClr val="1A1F2E"/>
                </a:solidFill>
              </a:rPr>
              <a:t>)
 </a:t>
            </a:r>
            <a:r>
              <a:rPr lang="en-US" sz="1600" b="1" dirty="0" err="1">
                <a:solidFill>
                  <a:srgbClr val="1A1F2E"/>
                </a:solidFill>
              </a:rPr>
              <a:t>Odgovor</a:t>
            </a:r>
            <a:endParaRPr lang="en-US" sz="1600" b="1" dirty="0">
              <a:solidFill>
                <a:srgbClr val="1A1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Ulaz u sistem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Ulazna slika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Sistem dobija sliku scene i pitanje na prirodnom jeziku. Cilj je odgovor: broj, da/ne, ili vrednost atributa.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97765E-1BA8-674D-D24B-70580F89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5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Detekcija</a:t>
            </a:r>
            <a:r>
              <a:rPr lang="en-US" b="1" dirty="0"/>
              <a:t> objekata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1D4ED8"/>
                </a:solidFill>
              </a:rPr>
              <a:t>YOLOv8m  x  FastSAM</a:t>
            </a:r>
          </a:p>
          <a:p>
            <a:pPr algn="ctr">
              <a:buNone/>
            </a:pPr>
            <a:r>
              <a:rPr lang="en-US" sz="2200" b="1" dirty="0" err="1">
                <a:solidFill>
                  <a:srgbClr val="1A1F2E"/>
                </a:solidFill>
              </a:rPr>
              <a:t>Hibridna</a:t>
            </a:r>
            <a:r>
              <a:rPr lang="en-US" sz="2200" b="1" dirty="0">
                <a:solidFill>
                  <a:srgbClr val="1A1F2E"/>
                </a:solidFill>
              </a:rPr>
              <a:t> </a:t>
            </a:r>
            <a:r>
              <a:rPr lang="en-US" sz="2200" b="1" dirty="0" err="1">
                <a:solidFill>
                  <a:srgbClr val="1A1F2E"/>
                </a:solidFill>
              </a:rPr>
              <a:t>detekcija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YOLOv8 pronalazi granične okvire svih šest objekata; FastSAM u režimu "segmentiraj sve" dopunjuje detekcije koje YOLO propusti. Rezultati se spajaju po IoU meri preklapanja.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FB1591-E315-5A32-F5D0-FF93AB2A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5D26C7-E78C-4974-8BEB-7B584ACDECDC}"/>
              </a:ext>
            </a:extLst>
          </p:cNvPr>
          <p:cNvSpPr/>
          <p:nvPr/>
        </p:nvSpPr>
        <p:spPr>
          <a:xfrm>
            <a:off x="1200150" y="3210878"/>
            <a:ext cx="469900" cy="639604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D3DF4-A518-46AA-B688-506F3A52C7FA}"/>
              </a:ext>
            </a:extLst>
          </p:cNvPr>
          <p:cNvSpPr/>
          <p:nvPr/>
        </p:nvSpPr>
        <p:spPr>
          <a:xfrm>
            <a:off x="1816893" y="2932906"/>
            <a:ext cx="915035" cy="1117124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C4D702-15E5-48E9-AFBD-E8B2D7AEAD43}"/>
              </a:ext>
            </a:extLst>
          </p:cNvPr>
          <p:cNvSpPr/>
          <p:nvPr/>
        </p:nvSpPr>
        <p:spPr>
          <a:xfrm>
            <a:off x="2772966" y="2445702"/>
            <a:ext cx="863600" cy="890588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D8681-21D6-41E2-B396-8BC26903B452}"/>
              </a:ext>
            </a:extLst>
          </p:cNvPr>
          <p:cNvSpPr/>
          <p:nvPr/>
        </p:nvSpPr>
        <p:spPr>
          <a:xfrm>
            <a:off x="2819321" y="3132139"/>
            <a:ext cx="385445" cy="389572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0E80B-58F2-4254-A1DF-08002E7266FF}"/>
              </a:ext>
            </a:extLst>
          </p:cNvPr>
          <p:cNvSpPr txBox="1"/>
          <p:nvPr/>
        </p:nvSpPr>
        <p:spPr>
          <a:xfrm>
            <a:off x="2806700" y="29718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100" dirty="0">
              <a:solidFill>
                <a:srgbClr val="C2410C"/>
              </a:solidFill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40D65D-69CD-4359-8CEC-2E6AC895CB5B}"/>
              </a:ext>
            </a:extLst>
          </p:cNvPr>
          <p:cNvSpPr/>
          <p:nvPr/>
        </p:nvSpPr>
        <p:spPr>
          <a:xfrm>
            <a:off x="3698398" y="4048760"/>
            <a:ext cx="522605" cy="576580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E30FD5-3769-4226-BA30-ABEC1512DD4D}"/>
              </a:ext>
            </a:extLst>
          </p:cNvPr>
          <p:cNvSpPr/>
          <p:nvPr/>
        </p:nvSpPr>
        <p:spPr>
          <a:xfrm>
            <a:off x="4280813" y="3407410"/>
            <a:ext cx="485140" cy="641350"/>
          </a:xfrm>
          <a:prstGeom prst="rect">
            <a:avLst/>
          </a:prstGeom>
          <a:noFill/>
          <a:ln w="3175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4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Procena</a:t>
            </a:r>
            <a:r>
              <a:rPr lang="en-US" b="1" dirty="0"/>
              <a:t> dubine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 err="1">
                <a:solidFill>
                  <a:srgbClr val="1D4ED8"/>
                </a:solidFill>
              </a:rPr>
              <a:t>MiDaS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Mapa relativne dubine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MiDaS iz jedne slike procenjuje relativnu dubinu: svetlije znači bliže. Dubina služi za relacije ispred/iza i za razrešavanje preklapanja maski u sledećem koraku.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5D4A39-4A23-8B0D-DB97-2736CA3C8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Maske i Z-bafer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406400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 err="1">
                <a:solidFill>
                  <a:srgbClr val="1D4ED8"/>
                </a:solidFill>
              </a:rPr>
              <a:t>FastSAM</a:t>
            </a:r>
            <a:r>
              <a:rPr lang="en-US" sz="1600" b="1" dirty="0">
                <a:solidFill>
                  <a:srgbClr val="1D4ED8"/>
                </a:solidFill>
              </a:rPr>
              <a:t>  x  Z-bafer</a:t>
            </a:r>
          </a:p>
          <a:p>
            <a:pPr algn="ctr">
              <a:buNone/>
            </a:pPr>
            <a:r>
              <a:rPr lang="en-US" sz="2200" b="1" dirty="0">
                <a:solidFill>
                  <a:srgbClr val="1A1F2E"/>
                </a:solidFill>
              </a:rPr>
              <a:t>Segmentacija bez preklapanja</a:t>
            </a:r>
          </a:p>
          <a:p>
            <a:pPr algn="l">
              <a:buNone/>
            </a:pPr>
            <a:r>
              <a:rPr lang="en-US" sz="1600" dirty="0">
                <a:solidFill>
                  <a:srgbClr val="1A1F2E"/>
                </a:solidFill>
              </a:rPr>
              <a:t>Za svaki okvir se izdvaja precizna maska. Z-bafer svaki piksel dodeljuje tačno jednom objektu.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E234DDE-B727-4D38-850B-51744E57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28692"/>
            <a:ext cx="5458968" cy="36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2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Atributi</a:t>
            </a:r>
            <a:r>
              <a:rPr lang="en-US" b="1" dirty="0"/>
              <a:t> → graf scene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1"/>
            <a:ext cx="5334000" cy="902440"/>
          </a:xfrm>
          <a:prstGeom prst="rect">
            <a:avLst/>
          </a:prstGeom>
          <a:solidFill>
            <a:srgbClr val="EFF6FF"/>
          </a:solidFill>
          <a:ln w="317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1D4ED8"/>
                </a:solidFill>
              </a:rPr>
              <a:t>CLIP (zero-shot)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Atributi → graf scene</a:t>
            </a:r>
          </a:p>
          <a:p>
            <a:pPr algn="l">
              <a:buNone/>
            </a:pPr>
            <a:r>
              <a:rPr lang="en-US" sz="1500" dirty="0">
                <a:solidFill>
                  <a:srgbClr val="1A1F2E"/>
                </a:solidFill>
              </a:rPr>
              <a:t>CLIP klasifikuje boju, oblik i materijal svakog objekta.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D76322-F2F7-4B84-99A5-5F5B3EF4D95A}"/>
              </a:ext>
            </a:extLst>
          </p:cNvPr>
          <p:cNvSpPr/>
          <p:nvPr/>
        </p:nvSpPr>
        <p:spPr>
          <a:xfrm>
            <a:off x="6350000" y="2885243"/>
            <a:ext cx="5334000" cy="3083757"/>
          </a:xfrm>
          <a:prstGeom prst="rect">
            <a:avLst/>
          </a:prstGeom>
          <a:solidFill>
            <a:srgbClr val="F8FAFC"/>
          </a:solidFill>
          <a:ln w="2540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objects: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0  brown   cylinder  rubber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1  yellow  cylinder  rubber  L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2  blue    cube      metal   L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3  cyan    sphere    rubber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4  green   cylinder  metal   S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5  gray    sphere    rubber  S</a:t>
            </a:r>
          </a:p>
          <a:p>
            <a:pPr>
              <a:buNone/>
            </a:pPr>
            <a:endParaRPr lang="en-US" sz="1400" dirty="0">
              <a:solidFill>
                <a:srgbClr val="1A1F2E"/>
              </a:solidFill>
              <a:latin typeface="Consolas"/>
            </a:endParaRP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relationships: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behind[3] = [2] ← </a:t>
            </a:r>
            <a:r>
              <a:rPr lang="en-US" sz="1600" dirty="0" err="1">
                <a:solidFill>
                  <a:srgbClr val="FF0000"/>
                </a:solidFill>
              </a:rPr>
              <a:t>iza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svetlo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plave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 err="1">
                <a:solidFill>
                  <a:srgbClr val="00B0F0"/>
                </a:solidFill>
              </a:rPr>
              <a:t>sfere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left[2]   = [0, 1]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 right[3]  = [4, 5]</a:t>
            </a:r>
          </a:p>
          <a:p>
            <a:pPr>
              <a:buNone/>
            </a:pPr>
            <a:r>
              <a:rPr lang="en-US" sz="1400" dirty="0">
                <a:solidFill>
                  <a:srgbClr val="1A1F2E"/>
                </a:solidFill>
                <a:latin typeface="Consolas"/>
              </a:rPr>
              <a:t> …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0AD65E-D9B9-7474-8204-102B9CC2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62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Pitanje</a:t>
            </a:r>
            <a:r>
              <a:rPr lang="en-US" b="1" dirty="0"/>
              <a:t> → DSL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</a:t>
            </a:r>
            <a:r>
              <a:rPr lang="en-US" sz="1600" b="1" i="1" dirty="0">
                <a:solidFill>
                  <a:srgbClr val="FF0000"/>
                </a:solidFill>
              </a:rPr>
              <a:t>"What </a:t>
            </a:r>
            <a:r>
              <a:rPr lang="en-US" sz="1600" b="1" i="1" dirty="0">
                <a:solidFill>
                  <a:srgbClr val="002060"/>
                </a:solidFill>
              </a:rPr>
              <a:t>color</a:t>
            </a:r>
            <a:r>
              <a:rPr lang="en-US" sz="1600" b="1" i="1" dirty="0">
                <a:solidFill>
                  <a:srgbClr val="FF0000"/>
                </a:solidFill>
              </a:rPr>
              <a:t> is the cube behind the </a:t>
            </a:r>
            <a:r>
              <a:rPr lang="en-US" sz="16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cyan</a:t>
            </a:r>
            <a:r>
              <a:rPr lang="en-US" sz="1600" b="1" i="1" dirty="0">
                <a:solidFill>
                  <a:srgbClr val="FF0000"/>
                </a:solidFill>
              </a:rPr>
              <a:t>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334000" cy="990600"/>
          </a:xfrm>
          <a:prstGeom prst="rect">
            <a:avLst/>
          </a:prstGeom>
          <a:solidFill>
            <a:srgbClr val="F0FDF4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15803D"/>
                </a:solidFill>
              </a:rPr>
              <a:t>T5-small (fine-tuned)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Pitanje → DSL program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3B0CF4-CB07-4D6A-AF09-CA6C54354D7C}"/>
              </a:ext>
            </a:extLst>
          </p:cNvPr>
          <p:cNvSpPr/>
          <p:nvPr/>
        </p:nvSpPr>
        <p:spPr>
          <a:xfrm>
            <a:off x="6350000" y="3022600"/>
            <a:ext cx="5334000" cy="2946400"/>
          </a:xfrm>
          <a:prstGeom prst="rect">
            <a:avLst/>
          </a:prstGeom>
          <a:solidFill>
            <a:srgbClr val="F0FDF4"/>
          </a:solidFill>
          <a:ln w="317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1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scene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2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filter_color[cyan]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3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filter_shape[sphere]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4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unique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5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relate[behind]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6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filter_shape[cube]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7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unique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onsolas"/>
              </a:rPr>
              <a:t>8  </a:t>
            </a:r>
            <a:r>
              <a:rPr lang="en-US" sz="1600" dirty="0">
                <a:solidFill>
                  <a:srgbClr val="1A1F2E"/>
                </a:solidFill>
                <a:latin typeface="Consolas"/>
              </a:rPr>
              <a:t>query_color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E52135-43F4-B34C-6A38-FA1F2D0D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59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CAE1-4C4E-8AAA-19BC-848D56E9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 err="1"/>
              <a:t>Simboličko</a:t>
            </a:r>
            <a:r>
              <a:rPr lang="en-US" b="1" dirty="0"/>
              <a:t> izvršavanje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1595B-54BB-4F92-BE35-463DCEDB947E}"/>
              </a:ext>
            </a:extLst>
          </p:cNvPr>
          <p:cNvSpPr txBox="1"/>
          <p:nvPr/>
        </p:nvSpPr>
        <p:spPr>
          <a:xfrm>
            <a:off x="508000" y="5651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i="1" dirty="0" err="1">
                <a:solidFill>
                  <a:srgbClr val="1A1F2E"/>
                </a:solidFill>
              </a:rPr>
              <a:t>Pitanje</a:t>
            </a:r>
            <a:r>
              <a:rPr lang="en-US" sz="1400" i="1" dirty="0">
                <a:solidFill>
                  <a:srgbClr val="1A1F2E"/>
                </a:solidFill>
              </a:rPr>
              <a:t>: "What color is the cube behind the cyan sphere?"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D6E1-57B8-49BC-BA09-7EF99058901D}"/>
              </a:ext>
            </a:extLst>
          </p:cNvPr>
          <p:cNvSpPr/>
          <p:nvPr/>
        </p:nvSpPr>
        <p:spPr>
          <a:xfrm>
            <a:off x="6350000" y="1905000"/>
            <a:ext cx="5207000" cy="990600"/>
          </a:xfrm>
          <a:prstGeom prst="rect">
            <a:avLst/>
          </a:prstGeom>
          <a:solidFill>
            <a:srgbClr val="FFF7ED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C2410C"/>
                </a:solidFill>
              </a:rPr>
              <a:t>Executor - deterministički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A1F2E"/>
                </a:solidFill>
              </a:rPr>
              <a:t>Program se izvršava korak po korak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BF8D2-0E2C-4950-9352-E6A2746648CC}"/>
              </a:ext>
            </a:extLst>
          </p:cNvPr>
          <p:cNvSpPr/>
          <p:nvPr/>
        </p:nvSpPr>
        <p:spPr>
          <a:xfrm>
            <a:off x="525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8632-0787-4498-83E5-CA1AB21705EA}"/>
              </a:ext>
            </a:extLst>
          </p:cNvPr>
          <p:cNvSpPr/>
          <p:nvPr/>
        </p:nvSpPr>
        <p:spPr>
          <a:xfrm>
            <a:off x="5511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0E6FDC-82BB-4B1C-BF74-D836EA627C28}"/>
              </a:ext>
            </a:extLst>
          </p:cNvPr>
          <p:cNvSpPr/>
          <p:nvPr/>
        </p:nvSpPr>
        <p:spPr>
          <a:xfrm>
            <a:off x="5765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8474D2-ED14-466A-BAAC-1B0ACB244C34}"/>
              </a:ext>
            </a:extLst>
          </p:cNvPr>
          <p:cNvSpPr/>
          <p:nvPr/>
        </p:nvSpPr>
        <p:spPr>
          <a:xfrm>
            <a:off x="6019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2B04F-DA3F-45EF-8AC0-2840375A2EC8}"/>
              </a:ext>
            </a:extLst>
          </p:cNvPr>
          <p:cNvSpPr/>
          <p:nvPr/>
        </p:nvSpPr>
        <p:spPr>
          <a:xfrm>
            <a:off x="6273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82A252-B328-5834-E950-4C735622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2" y="1839697"/>
            <a:ext cx="5458968" cy="368480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5951C6-38B7-4B78-94F6-B576A8C2555D}"/>
              </a:ext>
            </a:extLst>
          </p:cNvPr>
          <p:cNvSpPr/>
          <p:nvPr/>
        </p:nvSpPr>
        <p:spPr>
          <a:xfrm>
            <a:off x="6527800" y="6286500"/>
            <a:ext cx="152400" cy="152400"/>
          </a:xfrm>
          <a:prstGeom prst="ellipse">
            <a:avLst/>
          </a:prstGeom>
          <a:solidFill>
            <a:srgbClr val="EDEFF3"/>
          </a:solidFill>
          <a:ln w="12700" cap="flat" cmpd="sng" algn="ctr">
            <a:solidFill>
              <a:srgbClr val="6B72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BA047-B3C2-49A4-B563-114C42753CEC}"/>
              </a:ext>
            </a:extLst>
          </p:cNvPr>
          <p:cNvSpPr/>
          <p:nvPr/>
        </p:nvSpPr>
        <p:spPr>
          <a:xfrm>
            <a:off x="6781800" y="6286500"/>
            <a:ext cx="152400" cy="152400"/>
          </a:xfrm>
          <a:prstGeom prst="ellipse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163681-0958-423F-8109-3E4FE6EC106F}"/>
              </a:ext>
            </a:extLst>
          </p:cNvPr>
          <p:cNvSpPr/>
          <p:nvPr/>
        </p:nvSpPr>
        <p:spPr>
          <a:xfrm>
            <a:off x="2725420" y="2494289"/>
            <a:ext cx="925195" cy="853227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292F6B-D8AD-4B64-ABBA-718368A494A8}"/>
              </a:ext>
            </a:extLst>
          </p:cNvPr>
          <p:cNvSpPr txBox="1"/>
          <p:nvPr/>
        </p:nvSpPr>
        <p:spPr>
          <a:xfrm>
            <a:off x="3145536" y="3600241"/>
            <a:ext cx="925195" cy="307777"/>
          </a:xfrm>
          <a:prstGeom prst="rect">
            <a:avLst/>
          </a:prstGeom>
          <a:solidFill>
            <a:srgbClr val="FFFFFF"/>
          </a:solidFill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400" i="1" dirty="0" err="1"/>
              <a:t>referenca</a:t>
            </a:r>
            <a:endParaRPr lang="en-US" sz="14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25A97-DA1C-4CBE-89A1-471483AC0E5A}"/>
              </a:ext>
            </a:extLst>
          </p:cNvPr>
          <p:cNvSpPr txBox="1"/>
          <p:nvPr/>
        </p:nvSpPr>
        <p:spPr>
          <a:xfrm>
            <a:off x="3614420" y="2193718"/>
            <a:ext cx="1143000" cy="307777"/>
          </a:xfrm>
          <a:prstGeom prst="rect">
            <a:avLst/>
          </a:prstGeom>
          <a:solidFill>
            <a:srgbClr val="00B050"/>
          </a:solidFill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ODGOVOR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7A20D-791D-4BE9-83E1-D7F490AAED95}"/>
              </a:ext>
            </a:extLst>
          </p:cNvPr>
          <p:cNvSpPr/>
          <p:nvPr/>
        </p:nvSpPr>
        <p:spPr>
          <a:xfrm>
            <a:off x="6350000" y="3022600"/>
            <a:ext cx="5207000" cy="2032000"/>
          </a:xfrm>
          <a:prstGeom prst="rect">
            <a:avLst/>
          </a:prstGeom>
          <a:solidFill>
            <a:srgbClr val="FFF7ED"/>
          </a:solidFill>
          <a:ln w="317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1  scene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2  filter_color[cyan]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3  filter_shape[sphere]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4  unique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5  relate[behind]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6  filter_shape[cube]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7  unique</a:t>
            </a:r>
          </a:p>
          <a:p>
            <a:pPr>
              <a:buNone/>
            </a:pPr>
            <a:r>
              <a:rPr lang="en-US" sz="1400" dirty="0">
                <a:solidFill>
                  <a:srgbClr val="15803D"/>
                </a:solidFill>
                <a:latin typeface="Consolas"/>
              </a:rPr>
              <a:t>8  query_color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B41DDE-5102-43DA-AD01-8252699B5895}"/>
              </a:ext>
            </a:extLst>
          </p:cNvPr>
          <p:cNvSpPr/>
          <p:nvPr/>
        </p:nvSpPr>
        <p:spPr>
          <a:xfrm>
            <a:off x="6350000" y="5181600"/>
            <a:ext cx="5207000" cy="698500"/>
          </a:xfrm>
          <a:prstGeom prst="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Odgovor: „blue"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119601-C027-EBF5-92E3-90844D49E56D}"/>
              </a:ext>
            </a:extLst>
          </p:cNvPr>
          <p:cNvSpPr/>
          <p:nvPr/>
        </p:nvSpPr>
        <p:spPr>
          <a:xfrm>
            <a:off x="2803525" y="3145690"/>
            <a:ext cx="434975" cy="403651"/>
          </a:xfrm>
          <a:prstGeom prst="rect">
            <a:avLst/>
          </a:prstGeom>
          <a:noFill/>
          <a:ln w="50800" cap="flat" cmpd="sng" algn="ctr">
            <a:solidFill>
              <a:srgbClr val="FFFF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4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603D-BFD3-E24D-71EA-C8414081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Eksperimentalna</a:t>
            </a:r>
            <a:r>
              <a:rPr lang="en-US" b="1" dirty="0"/>
              <a:t> </a:t>
            </a:r>
            <a:r>
              <a:rPr lang="en-US" b="1" dirty="0" err="1"/>
              <a:t>postavka</a:t>
            </a: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6187AC-2919-4F16-B953-70F784F2A017}"/>
              </a:ext>
            </a:extLst>
          </p:cNvPr>
          <p:cNvSpPr/>
          <p:nvPr/>
        </p:nvSpPr>
        <p:spPr>
          <a:xfrm>
            <a:off x="508000" y="19050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D4ED8"/>
                </a:solidFill>
              </a:rPr>
              <a:t>CLEVR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Sintetičke scene, šablonska </a:t>
            </a:r>
            <a:r>
              <a:rPr lang="en-US" sz="1500" dirty="0" err="1">
                <a:solidFill>
                  <a:srgbClr val="4B5468"/>
                </a:solidFill>
              </a:rPr>
              <a:t>pitanja</a:t>
            </a:r>
            <a:r>
              <a:rPr lang="en-US" sz="1500" dirty="0">
                <a:solidFill>
                  <a:srgbClr val="4B5468"/>
                </a:solidFill>
              </a:rPr>
              <a:t> - skup za obučavanje i osnovnu evaluaciju.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C328B-0E87-42A2-A9BF-DE010A1547C8}"/>
              </a:ext>
            </a:extLst>
          </p:cNvPr>
          <p:cNvSpPr/>
          <p:nvPr/>
        </p:nvSpPr>
        <p:spPr>
          <a:xfrm>
            <a:off x="508000" y="33274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5803D"/>
                </a:solidFill>
              </a:rPr>
              <a:t>CLEVR-CoGenT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Nove kombinacije atributa koje se nisu javljale u </a:t>
            </a:r>
            <a:r>
              <a:rPr lang="en-US" sz="1500" dirty="0" err="1">
                <a:solidFill>
                  <a:srgbClr val="4B5468"/>
                </a:solidFill>
              </a:rPr>
              <a:t>treningu</a:t>
            </a:r>
            <a:r>
              <a:rPr lang="en-US" sz="1500" dirty="0">
                <a:solidFill>
                  <a:srgbClr val="4B5468"/>
                </a:solidFill>
              </a:rPr>
              <a:t> - testira kompozicionu generalizaciju.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58645E-418D-4A70-8DF3-03AFF38CF953}"/>
              </a:ext>
            </a:extLst>
          </p:cNvPr>
          <p:cNvSpPr/>
          <p:nvPr/>
        </p:nvSpPr>
        <p:spPr>
          <a:xfrm>
            <a:off x="508000" y="4749800"/>
            <a:ext cx="5461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C2410C"/>
                </a:solidFill>
              </a:rPr>
              <a:t>CLEVR-Humans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Pitanja koja su formulisali ljudi na prirodnom jeziku, </a:t>
            </a:r>
            <a:r>
              <a:rPr lang="en-US" sz="1500" dirty="0" err="1">
                <a:solidFill>
                  <a:srgbClr val="4B5468"/>
                </a:solidFill>
              </a:rPr>
              <a:t>sa</a:t>
            </a:r>
            <a:r>
              <a:rPr lang="en-US" sz="1500" dirty="0">
                <a:solidFill>
                  <a:srgbClr val="4B5468"/>
                </a:solidFill>
              </a:rPr>
              <a:t> </a:t>
            </a:r>
            <a:r>
              <a:rPr lang="en-US" sz="1500" dirty="0" err="1">
                <a:solidFill>
                  <a:srgbClr val="4B5468"/>
                </a:solidFill>
              </a:rPr>
              <a:t>sinonimima</a:t>
            </a:r>
            <a:r>
              <a:rPr lang="en-US" sz="1500" dirty="0">
                <a:solidFill>
                  <a:srgbClr val="4B5468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17388-E706-4071-B442-7618FEF3CCE6}"/>
              </a:ext>
            </a:extLst>
          </p:cNvPr>
          <p:cNvSpPr txBox="1"/>
          <p:nvPr/>
        </p:nvSpPr>
        <p:spPr>
          <a:xfrm>
            <a:off x="6350000" y="1905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F2E"/>
                </a:solidFill>
              </a:rPr>
              <a:t>Dva toka evaluacije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913FE8-1A44-4052-96FD-C1340E938923}"/>
              </a:ext>
            </a:extLst>
          </p:cNvPr>
          <p:cNvSpPr/>
          <p:nvPr/>
        </p:nvSpPr>
        <p:spPr>
          <a:xfrm>
            <a:off x="6350000" y="2540000"/>
            <a:ext cx="5334000" cy="10414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D4E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D4ED8"/>
                </a:solidFill>
              </a:rPr>
              <a:t>GT tok (referentni)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Referentni graf scene  →  Program  →  Odgovor</a:t>
            </a:r>
          </a:p>
          <a:p>
            <a:pPr>
              <a:buNone/>
            </a:pPr>
            <a:r>
              <a:rPr lang="en-US" sz="1400" i="1" dirty="0">
                <a:solidFill>
                  <a:srgbClr val="4B5468"/>
                </a:solidFill>
              </a:rPr>
              <a:t>Izoluje se kvalitet rezonovanja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A9444-3F22-414D-A6A9-31E2D0BE74C4}"/>
              </a:ext>
            </a:extLst>
          </p:cNvPr>
          <p:cNvSpPr/>
          <p:nvPr/>
        </p:nvSpPr>
        <p:spPr>
          <a:xfrm>
            <a:off x="6350000" y="3973332"/>
            <a:ext cx="5334000" cy="982241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>
              <a:buNone/>
            </a:pPr>
            <a:r>
              <a:rPr lang="en-US" sz="1800" b="1" dirty="0">
                <a:solidFill>
                  <a:srgbClr val="15803D"/>
                </a:solidFill>
              </a:rPr>
              <a:t>E2E tok (kompletan sistem)</a:t>
            </a:r>
          </a:p>
          <a:p>
            <a:pPr>
              <a:buNone/>
            </a:pPr>
            <a:r>
              <a:rPr lang="en-US" sz="1500" dirty="0">
                <a:solidFill>
                  <a:srgbClr val="4B5468"/>
                </a:solidFill>
              </a:rPr>
              <a:t>Slika  →  Graf scene (izgrađen)  →  Program  →  </a:t>
            </a:r>
            <a:r>
              <a:rPr lang="en-US" sz="1500" dirty="0" err="1">
                <a:solidFill>
                  <a:srgbClr val="4B5468"/>
                </a:solidFill>
              </a:rPr>
              <a:t>Odgovor</a:t>
            </a:r>
            <a:endParaRPr lang="en-US" sz="1500" dirty="0">
              <a:solidFill>
                <a:srgbClr val="4B54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67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020D-F621-31F8-6E10-2B3E7A52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Prevođenje pitanja u DSL (referentni tok)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A92420-D90F-44C1-8CD1-8C12AD55DEA9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74560231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96135568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1279663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2196979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Skup podataka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Tačnost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Validni programi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Greška izvršavanja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849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 (referentni)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99,9%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100,0%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43763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CLEVR-CoGenT valB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100,0%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0,1%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003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(pre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41,4%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90,5%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25,5%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16916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(posle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57,1%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92,6%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0,6%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177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60490A-652A-4BD4-A705-235FD945FCE8}"/>
              </a:ext>
            </a:extLst>
          </p:cNvPr>
          <p:cNvSpPr/>
          <p:nvPr/>
        </p:nvSpPr>
        <p:spPr>
          <a:xfrm>
            <a:off x="762000" y="4318000"/>
            <a:ext cx="10668000" cy="1270000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REINFORCE (bez ijedne programske anotacije iz Humans domena)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Tačnost:  </a:t>
            </a:r>
            <a:r>
              <a:rPr lang="en-US" sz="1600" b="1" dirty="0">
                <a:solidFill>
                  <a:srgbClr val="6B7280"/>
                </a:solidFill>
              </a:rPr>
              <a:t>41,4%</a:t>
            </a:r>
            <a:r>
              <a:rPr lang="en-US" sz="1600" dirty="0">
                <a:solidFill>
                  <a:srgbClr val="6B7280"/>
                </a:solidFill>
              </a:rPr>
              <a:t>  ──────▶  </a:t>
            </a:r>
            <a:r>
              <a:rPr lang="en-US" sz="1600" b="1" dirty="0">
                <a:solidFill>
                  <a:srgbClr val="15803D"/>
                </a:solidFill>
              </a:rPr>
              <a:t>57,1%</a:t>
            </a:r>
            <a:r>
              <a:rPr lang="en-US" sz="1600" dirty="0">
                <a:solidFill>
                  <a:srgbClr val="15803D"/>
                </a:solidFill>
              </a:rPr>
              <a:t>   (+15,7 pp)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Greška izvršavanja:  </a:t>
            </a:r>
            <a:r>
              <a:rPr lang="en-US" sz="1600" b="1" dirty="0">
                <a:solidFill>
                  <a:srgbClr val="C2410C"/>
                </a:solidFill>
              </a:rPr>
              <a:t>25,5%</a:t>
            </a:r>
            <a:r>
              <a:rPr lang="en-US" sz="1600" dirty="0">
                <a:solidFill>
                  <a:srgbClr val="C2410C"/>
                </a:solidFill>
              </a:rPr>
              <a:t>  ──────▶  </a:t>
            </a:r>
            <a:r>
              <a:rPr lang="en-US" sz="1600" b="1" dirty="0">
                <a:solidFill>
                  <a:srgbClr val="15803D"/>
                </a:solidFill>
              </a:rPr>
              <a:t>0,6%</a:t>
            </a:r>
            <a:r>
              <a:rPr lang="en-US" sz="1600" dirty="0">
                <a:solidFill>
                  <a:srgbClr val="15803D"/>
                </a:solidFill>
              </a:rPr>
              <a:t>   (−24,9 pp)</a:t>
            </a:r>
          </a:p>
        </p:txBody>
      </p:sp>
    </p:spTree>
    <p:extLst>
      <p:ext uri="{BB962C8B-B14F-4D97-AF65-F5344CB8AC3E}">
        <p14:creationId xmlns:p14="http://schemas.microsoft.com/office/powerpoint/2010/main" val="409865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2F00-9D8C-E7B8-71D1-2AD7A8A9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Direktna evaluacija percepcije: lokalizacija grešaka</a:t>
            </a:r>
            <a:endParaRPr lang="en-US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10D49C-A1B2-4209-AE54-272378EABE6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3378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624342285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8381289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Detekcija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Vrednost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0565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Odziv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97,5%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5047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Preciznost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88,7%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2332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F1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92,9%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3716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FN / slici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0,16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3059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FP / slici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0,80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83632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F2BD3D-715A-40A2-BD3E-B6B25DAEA449}"/>
              </a:ext>
            </a:extLst>
          </p:cNvPr>
          <p:cNvGraphicFramePr>
            <a:graphicFrameLocks noGrp="1"/>
          </p:cNvGraphicFramePr>
          <p:nvPr/>
        </p:nvGraphicFramePr>
        <p:xfrm>
          <a:off x="4406900" y="1905000"/>
          <a:ext cx="3378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74308268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331524252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CLIP atributi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Tačnost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0269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Oblik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95,5%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82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Materijal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94,4%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866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Veličina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92,8%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3747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Boja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87,8%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2379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59EABA-8BDD-4244-B2EB-AF2C14252D9F}"/>
              </a:ext>
            </a:extLst>
          </p:cNvPr>
          <p:cNvGraphicFramePr>
            <a:graphicFrameLocks noGrp="1"/>
          </p:cNvGraphicFramePr>
          <p:nvPr/>
        </p:nvGraphicFramePr>
        <p:xfrm>
          <a:off x="8051800" y="1905000"/>
          <a:ext cx="3378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5390265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21208661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Prostorne relacije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Tačnost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5128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front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68,6%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67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right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66,7%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27257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left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66,5%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892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F2E"/>
                          </a:solidFill>
                        </a:rPr>
                        <a:t>behind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44,3%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7503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Ukupno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61,5%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43363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1A54E0-589B-47F6-83E4-8C0221395F7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445000"/>
          <a:ext cx="106680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90264977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14252714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27225654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68053950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55930422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83560625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yellow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gray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187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90%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87%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1A1F2E"/>
                          </a:solidFill>
                        </a:rPr>
                        <a:t>86%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71%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17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37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D7B9-AD20-5D59-1B3D-E471B9B5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Koliko </a:t>
            </a:r>
            <a:r>
              <a:rPr lang="en-US" b="1" dirty="0" err="1"/>
              <a:t>košta</a:t>
            </a:r>
            <a:r>
              <a:rPr lang="en-US" b="1" dirty="0"/>
              <a:t> </a:t>
            </a:r>
            <a:r>
              <a:rPr lang="en-US" b="1" dirty="0" err="1"/>
              <a:t>percepcija</a:t>
            </a:r>
            <a:r>
              <a:rPr lang="en-US" b="1" dirty="0"/>
              <a:t>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1DBD12-38B7-4A58-BBD9-1BB4D48243A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5191531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06497793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947885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7753565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Skup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GT tok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E2E tok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Razlika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6259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 val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99,9%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79,0%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−20,9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45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CoGenT valB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99,7%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79,0%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−20,7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92097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A1F2E"/>
                          </a:solidFill>
                        </a:rPr>
                        <a:t>CLEVR-Humans (pre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41,4%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32,7%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−8,7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0644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F2E"/>
                          </a:solidFill>
                        </a:rPr>
                        <a:t>CLEVR-Humans (posle RL)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57,1%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rgbClr val="1A1F2E"/>
                          </a:solidFill>
                        </a:rPr>
                        <a:t>45,6%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 dirty="0">
                          <a:solidFill>
                            <a:srgbClr val="1A1F2E"/>
                          </a:solidFill>
                        </a:rPr>
                        <a:t>−11,5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4421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D63BE6-0ECC-4B9A-93B3-5B09596FFEA2}"/>
              </a:ext>
            </a:extLst>
          </p:cNvPr>
          <p:cNvSpPr/>
          <p:nvPr/>
        </p:nvSpPr>
        <p:spPr>
          <a:xfrm>
            <a:off x="762000" y="4572000"/>
            <a:ext cx="10668000" cy="1134319"/>
          </a:xfrm>
          <a:prstGeom prst="rect">
            <a:avLst/>
          </a:prstGeom>
          <a:solidFill>
            <a:srgbClr val="EDEFF3"/>
          </a:solidFill>
          <a:ln w="1905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Provera </a:t>
            </a:r>
            <a:r>
              <a:rPr lang="en-US" sz="1500" b="1" dirty="0" err="1">
                <a:solidFill>
                  <a:schemeClr val="accent3"/>
                </a:solidFill>
              </a:rPr>
              <a:t>dijagnoze</a:t>
            </a:r>
            <a:r>
              <a:rPr lang="en-US" sz="1500" b="1" dirty="0">
                <a:solidFill>
                  <a:schemeClr val="accent3"/>
                </a:solidFill>
              </a:rPr>
              <a:t> - tipičan program filtrira po boji, obliku i materijalu: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P(sva 3 filtra tačna) ≈ 0,878 × 0,955 × 0,944 ≈ </a:t>
            </a:r>
            <a:r>
              <a:rPr lang="en-US" sz="1600" b="1" dirty="0">
                <a:solidFill>
                  <a:srgbClr val="C2410C"/>
                </a:solidFill>
              </a:rPr>
              <a:t>79,2%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Izmerena E2E tačnost: </a:t>
            </a:r>
            <a:r>
              <a:rPr lang="en-US" sz="1600" b="1" dirty="0">
                <a:solidFill>
                  <a:srgbClr val="15803D"/>
                </a:solidFill>
              </a:rPr>
              <a:t>79,0%  ✓</a:t>
            </a:r>
          </a:p>
        </p:txBody>
      </p:sp>
    </p:spTree>
    <p:extLst>
      <p:ext uri="{BB962C8B-B14F-4D97-AF65-F5344CB8AC3E}">
        <p14:creationId xmlns:p14="http://schemas.microsoft.com/office/powerpoint/2010/main" val="8414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F10D-D6F9-9F68-1A4B-4BC39C55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Poređenje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IEP </a:t>
            </a:r>
            <a:r>
              <a:rPr lang="en-US" b="1" dirty="0" err="1"/>
              <a:t>i</a:t>
            </a:r>
            <a:r>
              <a:rPr lang="en-US" b="1" dirty="0"/>
              <a:t> NS-VQA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D0B8A-EBCA-4C70-8477-0599877F2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210070"/>
              </p:ext>
            </p:extLst>
          </p:nvPr>
        </p:nvGraphicFramePr>
        <p:xfrm>
          <a:off x="762000" y="1968500"/>
          <a:ext cx="10668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26642799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410069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6646815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16862057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2325912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Skup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IEP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NS-VQA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Predloženi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 - E2E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Predloženi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 - GT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95787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CLEVR val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96,9%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1F2E"/>
                          </a:solidFill>
                        </a:rPr>
                        <a:t>99,8%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1F2E"/>
                          </a:solidFill>
                        </a:rPr>
                        <a:t>79,0%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99,9%</a:t>
                      </a:r>
                    </a:p>
                  </a:txBody>
                  <a:tcPr anchor="ctr"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27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CoGenT B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73,7%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63,9%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79,0%</a:t>
                      </a:r>
                    </a:p>
                  </a:txBody>
                  <a:tcPr anchor="ctr"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99,7%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8655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CLEVR-Humans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66,6%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67,0%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A1F2E"/>
                          </a:solidFill>
                        </a:rPr>
                        <a:t>45,6%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1A1F2E"/>
                          </a:solidFill>
                        </a:rPr>
                        <a:t>57,1%</a:t>
                      </a:r>
                    </a:p>
                  </a:txBody>
                  <a:tcPr anchor="ctr"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63532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D9672BF-52D9-4EBE-AC7C-62CE6FB53D4E}"/>
              </a:ext>
            </a:extLst>
          </p:cNvPr>
          <p:cNvSpPr/>
          <p:nvPr/>
        </p:nvSpPr>
        <p:spPr>
          <a:xfrm>
            <a:off x="762000" y="4762500"/>
            <a:ext cx="63500" cy="698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2D3FC-9E95-48B8-BBB8-EF99045AE137}"/>
              </a:ext>
            </a:extLst>
          </p:cNvPr>
          <p:cNvSpPr txBox="1"/>
          <p:nvPr/>
        </p:nvSpPr>
        <p:spPr>
          <a:xfrm>
            <a:off x="965200" y="4950167"/>
            <a:ext cx="10464800" cy="323165"/>
          </a:xfrm>
          <a:prstGeom prst="rect">
            <a:avLst/>
          </a:prstGeom>
          <a:solidFill>
            <a:srgbClr val="EDEFF3"/>
          </a:solidFill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1A1F2E"/>
                </a:solidFill>
              </a:rPr>
              <a:t>GT tok = nivo najboljih neurosimboličkih sistema (99,9% vs NS-VQA 99,8%)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6A0A1-8EBC-43D9-AD64-639BB6362BCA}"/>
              </a:ext>
            </a:extLst>
          </p:cNvPr>
          <p:cNvSpPr/>
          <p:nvPr/>
        </p:nvSpPr>
        <p:spPr>
          <a:xfrm>
            <a:off x="762000" y="5651500"/>
            <a:ext cx="63500" cy="698500"/>
          </a:xfrm>
          <a:prstGeom prst="rect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EC70B-2A4A-4FB0-8EAB-E8960F915253}"/>
              </a:ext>
            </a:extLst>
          </p:cNvPr>
          <p:cNvSpPr txBox="1"/>
          <p:nvPr/>
        </p:nvSpPr>
        <p:spPr>
          <a:xfrm>
            <a:off x="965200" y="5723751"/>
            <a:ext cx="10464800" cy="553998"/>
          </a:xfrm>
          <a:prstGeom prst="rect">
            <a:avLst/>
          </a:prstGeom>
          <a:solidFill>
            <a:srgbClr val="EDEFF3"/>
          </a:solidFill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1A1F2E"/>
                </a:solidFill>
              </a:rPr>
              <a:t>Na CoGenT-u E2E nadmašuje oba rada - odvojeni atributi u DSL-u ≠ naučene korelacije (NS-VQA: 48 zajedničkih klasa → pad na 63,9%)</a:t>
            </a:r>
          </a:p>
        </p:txBody>
      </p:sp>
    </p:spTree>
    <p:extLst>
      <p:ext uri="{BB962C8B-B14F-4D97-AF65-F5344CB8AC3E}">
        <p14:creationId xmlns:p14="http://schemas.microsoft.com/office/powerpoint/2010/main" val="217320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7131-318A-4242-D005-D74EC57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Zaključak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budući</a:t>
            </a:r>
            <a:r>
              <a:rPr lang="en-US" b="1" dirty="0"/>
              <a:t>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0FD9-BE11-A6E2-44E7-3E3A4153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Tri glavna zaključka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US" sz="2000" dirty="0"/>
              <a:t>Neurosimbolički pristup: rezonovanje </a:t>
            </a:r>
            <a:r>
              <a:rPr lang="en-US" sz="2000" b="1" dirty="0"/>
              <a:t>~99,9%</a:t>
            </a:r>
            <a:r>
              <a:rPr lang="en-US" sz="2000" dirty="0"/>
              <a:t> kada je graf scene tačan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US" sz="2000" dirty="0"/>
              <a:t>Glavna vrednost: </a:t>
            </a:r>
            <a:r>
              <a:rPr lang="en-US" sz="2000" b="1" dirty="0"/>
              <a:t>greške se lokalizuju po fazama</a:t>
            </a:r>
            <a:r>
              <a:rPr lang="en-US" sz="2000" dirty="0"/>
              <a:t> (identifikovano: boja i prostorne relacije)</a:t>
            </a:r>
          </a:p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en-US" sz="2000" dirty="0"/>
              <a:t>RL omogućava adaptaciju na prirodan jezik </a:t>
            </a:r>
            <a:r>
              <a:rPr lang="en-US" sz="2000" b="1" dirty="0"/>
              <a:t>bez anotacija</a:t>
            </a:r>
            <a:r>
              <a:rPr lang="en-US" sz="2000" dirty="0"/>
              <a:t> (+15,7 pp)</a:t>
            </a:r>
          </a:p>
          <a:p>
            <a:pPr marL="0" indent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Budući rad</a:t>
            </a:r>
          </a:p>
          <a:p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lang="en-US" sz="2000" dirty="0"/>
              <a:t>Specijalizovani klasifikator boja</a:t>
            </a:r>
          </a:p>
          <a:p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lang="en-US" sz="2000" dirty="0"/>
              <a:t>Bolja procena dubine za prostorne relacije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/>
              <a:t>Proširenje DSL-a (superlativi, „between", najčešći atribut)</a:t>
            </a:r>
          </a:p>
        </p:txBody>
      </p:sp>
    </p:spTree>
    <p:extLst>
      <p:ext uri="{BB962C8B-B14F-4D97-AF65-F5344CB8AC3E}">
        <p14:creationId xmlns:p14="http://schemas.microsoft.com/office/powerpoint/2010/main" val="2155538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B4C7-0D14-4EDA-B35A-ACE612CE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07D08-C99B-9BF9-38E7-FCBC7F6E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Pitanja?</a:t>
            </a:r>
          </a:p>
        </p:txBody>
      </p:sp>
    </p:spTree>
    <p:extLst>
      <p:ext uri="{BB962C8B-B14F-4D97-AF65-F5344CB8AC3E}">
        <p14:creationId xmlns:p14="http://schemas.microsoft.com/office/powerpoint/2010/main" val="20536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968959-0e81-467c-a065-edd9e11ea14b}">
  <we:reference id="WA200010001" version="1.0.0.1" store="en-US" storeType="OMEX"/>
  <we:alternateReferences/>
  <we:properties>
    <we:property name="Microsoft.Office.CampaignId" value="&quot;none&quot;"/>
    <we:property name="claude.fileId" value="&quot;f4bc9447-ceb6-4104-88e9-c9a91308da1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2416</TotalTime>
  <Words>1049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Vizuelno razumevanje scene kroz neurosimboličko rezonovanje</vt:lpstr>
      <vt:lpstr>Problem: Vizuelno odgovaranje na pitanja (VQA)</vt:lpstr>
      <vt:lpstr>Rešenje: neurosimbolički pristup</vt:lpstr>
      <vt:lpstr>Arhitektura sistema</vt:lpstr>
      <vt:lpstr>Ulaz u sistem</vt:lpstr>
      <vt:lpstr>Detekcija objekata</vt:lpstr>
      <vt:lpstr>Procena dubine</vt:lpstr>
      <vt:lpstr>Maske i Z-bafer</vt:lpstr>
      <vt:lpstr>Atributi → graf scene</vt:lpstr>
      <vt:lpstr>Pitanje → DSL program</vt:lpstr>
      <vt:lpstr>Simboličko izvršavanje</vt:lpstr>
      <vt:lpstr>Eksperimentalna postavka</vt:lpstr>
      <vt:lpstr>Prevođenje pitanja u DSL (referentni tok)</vt:lpstr>
      <vt:lpstr>Direktna evaluacija percepcije: lokalizacija grešaka</vt:lpstr>
      <vt:lpstr>Koliko košta percepcija?</vt:lpstr>
      <vt:lpstr>Poređenje sa IEP i NS-VQA</vt:lpstr>
      <vt:lpstr>Zaključak i budući rad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Bogdan Đukić</cp:lastModifiedBy>
  <cp:revision>4</cp:revision>
  <dcterms:created xsi:type="dcterms:W3CDTF">2018-06-07T21:39:02Z</dcterms:created>
  <dcterms:modified xsi:type="dcterms:W3CDTF">2026-07-02T21:20:24Z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